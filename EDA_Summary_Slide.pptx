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&amp; Cluster 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Cluster Control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/>
            </a:pPr>
            <a:r>
              <a:t>Dataset shape: 100 rows, 5 columns</a:t>
            </a:r>
          </a:p>
          <a:p>
            <a:pPr>
              <a:defRPr sz="1000"/>
            </a:pPr>
            <a:r>
              <a:t>Columns: transaction_id, customer_id, purchase_amount, product_category, purchase_date</a:t>
            </a:r>
          </a:p>
          <a:p>
            <a:pPr>
              <a:defRPr sz="1000"/>
            </a:pPr>
            <a:r>
              <a:t>Missing values per column:</a:t>
            </a:r>
            <a:br/>
            <a:r>
              <a:t>transaction_id      0</a:t>
            </a:r>
            <a:br/>
            <a:r>
              <a:t>customer_id         0</a:t>
            </a:r>
            <a:br/>
            <a:r>
              <a:t>purchase_amount     0</a:t>
            </a:r>
            <a:br/>
            <a:r>
              <a:t>product_category    0</a:t>
            </a:r>
            <a:br/>
            <a:r>
              <a:t>purchase_date       0</a:t>
            </a:r>
          </a:p>
          <a:p>
            <a:br/>
            <a:pPr>
              <a:defRPr sz="1000"/>
            </a:pPr>
            <a:r>
              <a:t>Descriptive statistics (numeric columns):</a:t>
            </a:r>
            <a:br/>
            <a:r>
              <a:t>       transaction_id  customer_id  purchase_amount        purchase_date</a:t>
            </a:r>
            <a:br/>
            <a:r>
              <a:t>count          100.00       100.00           100.00                  100</a:t>
            </a:r>
            <a:br/>
            <a:r>
              <a:t>mean          2167.56      3042.59            89.23  2024-03-28 16:33:36</a:t>
            </a:r>
            <a:br/>
            <a:r>
              <a:t>min             50.00      1036.00             1.11  2024-01-01 00:00:00</a:t>
            </a:r>
            <a:br/>
            <a:r>
              <a:t>25%            887.00      2024.00            42.26  2024-02-21 12:00:00</a:t>
            </a:r>
            <a:br/>
            <a:r>
              <a:t>50%           1922.50      2983.50            70.82  2024-03-26 00:00:00</a:t>
            </a:r>
            <a:br/>
            <a:r>
              <a:t>75%           3460.50      4081.50           121.53  2024-05-04 12:00:00</a:t>
            </a:r>
            <a:br/>
            <a:r>
              <a:t>max           4945.00      4943.00           314.41  2024-06-27 00:00:00</a:t>
            </a:r>
            <a:br/>
            <a:r>
              <a:t>std           1471.39      1098.41            65.46                  NaN</a:t>
            </a:r>
          </a:p>
          <a:p>
            <a:br/>
            <a:pPr>
              <a:defRPr sz="1000"/>
            </a:pPr>
            <a:r>
              <a:t>Customer-level aggregation (first 5 rows):</a:t>
            </a:r>
            <a:br/>
            <a:r>
              <a:t>   customer_id  total_spend  num_purchases  avg_purchase last_purchase  cluster</a:t>
            </a:r>
            <a:br/>
            <a:r>
              <a:t>0         1036       152.33              1        152.33    2024-04-08        2</a:t>
            </a:r>
            <a:br/>
            <a:r>
              <a:t>1         1062        82.88              1         82.88    2024-01-01        2</a:t>
            </a:r>
            <a:br/>
            <a:r>
              <a:t>2         1260       107.90              1        107.90    2024-02-25        2</a:t>
            </a:r>
            <a:br/>
            <a:r>
              <a:t>3         1365       129.54              1        129.54    2024-06-26        2</a:t>
            </a:r>
            <a:br/>
            <a:r>
              <a:t>4         1382        21.43              1         21.43    2024-05-06        0</a:t>
            </a:r>
          </a:p>
          <a:p>
            <a:br/>
            <a:pPr>
              <a:defRPr sz="1000"/>
            </a:pPr>
            <a:r>
              <a:t>Cluster summary:</a:t>
            </a:r>
            <a:br/>
            <a:r>
              <a:t>   cluster  count  avg_total_spend  avg_num_purchases</a:t>
            </a:r>
            <a:br/>
            <a:r>
              <a:t>0        0     58        44.498966                1.0</a:t>
            </a:r>
            <a:br/>
            <a:r>
              <a:t>1        1     13       218.956154                1.0</a:t>
            </a:r>
            <a:br/>
            <a:r>
              <a:t>2        2     29       120.538966                1.0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