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80" d="100"/>
          <a:sy n="80" d="100"/>
        </p:scale>
        <p:origin x="888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Module 4 AI Deployment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Module 4: Key Considerations &amp; Framework for Successful AI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AIM ASEAN Programme: AI for MSME Advancement in ASEAN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&amp;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Objective: Providing a structured framework for successful enterprise AI deployment.</a:t>
            </a:r>
          </a:p>
          <a:p>
            <a:pPr lvl="0"/>
            <a:r>
              <a:t>Why this Module: To bridge the gap between AI understanding and practical, sustainable implementation for MSMEs.</a:t>
            </a:r>
          </a:p>
          <a:p>
            <a:pPr lvl="0"/>
            <a:r>
              <a:t>Focus: Moving from AI fundamentals to real-world deployment and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Core Components of the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Strategic Alignment: Ensuring AI initiatives support core business objectives.</a:t>
            </a:r>
          </a:p>
          <a:p>
            <a:pPr lvl="0"/>
            <a:r>
              <a:t>Risk Management: Identifying, assessing, and mitigating AI-related risks (e.g., security, bias).</a:t>
            </a:r>
          </a:p>
          <a:p>
            <a:pPr lvl="0"/>
            <a:r>
              <a:t>Governance: Establishing clear policies, ethical guidelines, and data usage standards.</a:t>
            </a:r>
          </a:p>
          <a:p>
            <a:pPr lvl="0"/>
            <a:r>
              <a:t>Monitoring &amp; Auditing: Implementing continuous oversight to ensure performance and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Practical Implementation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Step-by by Execution: Utilizing the AI Implementation Strategy and Dashboard.</a:t>
            </a:r>
          </a:p>
          <a:p>
            <a:pPr lvl="0"/>
            <a:r>
              <a:t>ROI-Driven Approach: Using the ROI Calculator to create a ‘Success Blueprint.’</a:t>
            </a:r>
          </a:p>
          <a:p>
            <a:pPr lvl="0"/>
            <a:r>
              <a:t>Continuous Monitoring: Implementing post-deployment audits to detect vulnerabilities and adversarial attacks.</a:t>
            </a:r>
          </a:p>
          <a:p>
            <a:pPr lvl="0"/>
            <a:r>
              <a:t>Iterative Development: Adopting Agile methodologies and continuous testing/adaptation.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Empowering MSMEs with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Templates: AI Project Risk Scorecard, AI Governance Framework (Simplified), and Bias Reduction Checklists.</a:t>
            </a:r>
          </a:p>
          <a:p>
            <a:pPr lvl="0"/>
            <a:r>
              <a:t>Directories: Access to the AI Tools Directory for selecting the right models.</a:t>
            </a:r>
          </a:p>
          <a:p>
            <a:pPr lvl="0"/>
            <a:r>
              <a:t>Hands-on Tools: Experimenting with Google Gemini and NotebookLM for practical use cases.</a:t>
            </a:r>
          </a:p>
          <a:p>
            <a:pPr lvl="0"/>
            <a:r>
              <a:t>Success Tracking: Using the ROI Calculator for impact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Continuous Improvement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Learning from Failure: Analyzing setbacks to refine deployment strategies and avoid repeated errors.</a:t>
            </a:r>
          </a:p>
          <a:p>
            <a:pPr lvl="0"/>
            <a:r>
              <a:t>Post-Deployment Audits: Regular checks on security, data privacy, and model accuracy.</a:t>
            </a:r>
          </a:p>
          <a:p>
            <a:pPr lvl="0"/>
            <a:r>
              <a:t>Adapting to Change: Staying updated with evolving AI technologies and market trends in the ASEAN region.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Recap of the Deployment Framework.</a:t>
            </a:r>
          </a:p>
          <a:p>
            <a:pPr lvl="0"/>
            <a:r>
              <a:t>Importance of a structured, risk-aware approach.</a:t>
            </a:r>
          </a:p>
          <a:p>
            <a:pPr lvl="0"/>
            <a:r>
              <a:t>Open Floor for Questions and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On-screen Show (16:9)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Module 4 AI Deployment Framework</vt:lpstr>
      <vt:lpstr>Module 4: Key Considerations &amp; Framework for Successful AI Deployment</vt:lpstr>
      <vt:lpstr>Introduction &amp; Rationale</vt:lpstr>
      <vt:lpstr>Core Components of the Framework</vt:lpstr>
      <vt:lpstr>Practical Implementation Strategies</vt:lpstr>
      <vt:lpstr>Empowering MSMEs with Resources</vt:lpstr>
      <vt:lpstr>Continuous Improvement &amp; Resilience</vt:lpstr>
      <vt:lpstr>Summary &amp; Next Steps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AI Deployment Framework</dc:title>
  <dc:creator/>
  <cp:keywords/>
  <cp:lastModifiedBy>User</cp:lastModifiedBy>
  <cp:revision>1</cp:revision>
  <dcterms:created xsi:type="dcterms:W3CDTF">2026-04-28T01:38:43Z</dcterms:created>
  <dcterms:modified xsi:type="dcterms:W3CDTF">2026-04-28T04:53:51Z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