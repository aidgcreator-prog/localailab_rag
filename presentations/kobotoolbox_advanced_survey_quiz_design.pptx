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KoboToolbox_Advanced_Survey_Quiz_Design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KoboToolbox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Core Functionality: A platform for designing and deploying complex surveys, questionnaires, and quizzes.</a:t>
            </a:r>
          </a:p>
          <a:p>
            <a:pPr lvl="0"/>
            <a:r>
              <a:rPr/>
              <a:t>Standardization: Utilizes the XLSForm standard for advanced form design via Excel-based templates.</a:t>
            </a:r>
          </a:p>
          <a:p>
            <a:pPr lvl="0"/>
            <a:r>
              <a:rPr/>
              <a:t>Primary Use: Enabling the creation of structured data collection tools with embedded logic and automated processing.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Advanced Survey Logic:</a:t>
            </a:r>
          </a:p>
          <a:p>
            <a:pPr lvl="0"/>
            <a:r>
              <a:rPr/>
              <a:t>Skip Logic (Relevance): Show or hide question groups based on previous answers.</a:t>
            </a:r>
          </a:p>
          <a:p>
            <a:pPr lvl="0"/>
            <a:r>
              <a:rPr/>
              <a:t>Grouping: Use </a:t>
            </a:r>
            <a:r>
              <a:rPr>
                <a:latin typeface="Courier"/>
              </a:rPr>
              <a:t>begin_group</a:t>
            </a:r>
            <a:r>
              <a:rPr/>
              <a:t> to organize related questions.</a:t>
            </a:r>
          </a:p>
          <a:p>
            <a:pPr lvl="0"/>
            <a:r>
              <a:rPr/>
              <a:t>Complex Question Types:</a:t>
            </a:r>
          </a:p>
          <a:p>
            <a:pPr lvl="0"/>
            <a:r>
              <a:rPr/>
              <a:t>Supports </a:t>
            </a:r>
            <a:r>
              <a:rPr>
                <a:latin typeface="Courier"/>
              </a:rPr>
              <a:t>select_multiple</a:t>
            </a:r>
            <a:r>
              <a:rPr/>
              <a:t> for multi-option responses.</a:t>
            </a:r>
          </a:p>
          <a:p>
            <a:pPr lvl="0"/>
            <a:r>
              <a:rPr/>
              <a:t>Supports </a:t>
            </a:r>
            <a:r>
              <a:rPr>
                <a:latin typeface="Courier"/>
              </a:rPr>
              <a:t>calculate</a:t>
            </a:r>
            <a:r>
              <a:rPr/>
              <a:t> types for background data processing.</a:t>
            </a:r>
          </a:p>
          <a:p>
            <a:pPr lvl="0"/>
            <a:r>
              <a:rPr/>
              <a:t>Automated Scoring &amp; Calculations:</a:t>
            </a:r>
          </a:p>
          <a:p>
            <a:pPr lvl="0"/>
            <a:r>
              <a:rPr/>
              <a:t>Integration of </a:t>
            </a:r>
            <a:r>
              <a:rPr>
                <a:latin typeface="Courier"/>
              </a:rPr>
              <a:t>if</a:t>
            </a:r>
            <a:r>
              <a:rPr/>
              <a:t>-statements for automatic point assignment.</a:t>
            </a:r>
          </a:p>
          <a:p>
            <a:pPr lvl="0"/>
            <a:r>
              <a:rPr/>
              <a:t>Capability to calculate total scores for specific topics and overall totals.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Implementation (XLSForm Structure)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Survey Sheet:</a:t>
            </a:r>
          </a:p>
          <a:p>
            <a:pPr lvl="0"/>
            <a:r>
              <a:rPr>
                <a:latin typeface="Courier"/>
              </a:rPr>
              <a:t>type</a:t>
            </a:r>
            <a:r>
              <a:rPr/>
              <a:t>: Question type (e.g., </a:t>
            </a:r>
            <a:r>
              <a:rPr>
                <a:latin typeface="Courier"/>
              </a:rPr>
              <a:t>select_multiple</a:t>
            </a:r>
            <a:r>
              <a:rPr/>
              <a:t>, </a:t>
            </a:r>
            <a:r>
              <a:rPr>
                <a:latin typeface="Courier"/>
              </a:rPr>
              <a:t>calculate</a:t>
            </a:r>
            <a:r>
              <a:rPr/>
              <a:t>).</a:t>
            </a:r>
          </a:p>
          <a:p>
            <a:pPr lvl="0"/>
            <a:r>
              <a:rPr>
                <a:latin typeface="Courier"/>
              </a:rPr>
              <a:t>name</a:t>
            </a:r>
            <a:r>
              <a:rPr/>
              <a:t>: Unique identifier for the data field.</a:t>
            </a:r>
          </a:p>
          <a:p>
            <a:pPr lvl="0"/>
            <a:r>
              <a:rPr>
                <a:latin typeface="Courier"/>
              </a:rPr>
              <a:t>label</a:t>
            </a:r>
            <a:r>
              <a:rPr/>
              <a:t>: Text displayed to the user.</a:t>
            </a:r>
          </a:p>
          <a:p>
            <a:pPr lvl="0"/>
            <a:r>
              <a:rPr>
                <a:latin typeface="Courier"/>
              </a:rPr>
              <a:t>required</a:t>
            </a:r>
            <a:r>
              <a:rPr/>
              <a:t>: Boolean (TRUE/FALSE) to enforce mandatory responses.</a:t>
            </a:r>
          </a:p>
          <a:p>
            <a:pPr lvl="0"/>
            <a:r>
              <a:rPr>
                <a:latin typeface="Courier"/>
              </a:rPr>
              <a:t>appearance</a:t>
            </a:r>
            <a:r>
              <a:rPr/>
              <a:t>: Controls visual layout (e.g., </a:t>
            </a:r>
            <a:r>
              <a:rPr>
                <a:latin typeface="Courier"/>
              </a:rPr>
              <a:t>field-list</a:t>
            </a:r>
            <a:r>
              <a:rPr/>
              <a:t>).</a:t>
            </a:r>
          </a:p>
          <a:p>
            <a:pPr lvl="0"/>
            <a:r>
              <a:rPr>
                <a:latin typeface="Courier"/>
              </a:rPr>
              <a:t>relevant</a:t>
            </a:r>
            <a:r>
              <a:rPr/>
              <a:t>: Defines skip logic/conditional visibility.</a:t>
            </a:r>
          </a:p>
          <a:p>
            <a:pPr lvl="0"/>
            <a:r>
              <a:rPr/>
              <a:t>The Choices Sheet:</a:t>
            </a:r>
          </a:p>
          <a:p>
            <a:pPr lvl="0"/>
            <a:r>
              <a:rPr/>
              <a:t>Manages </a:t>
            </a:r>
            <a:r>
              <a:rPr>
                <a:latin typeface="Courier"/>
              </a:rPr>
              <a:t>list_name</a:t>
            </a:r>
            <a:r>
              <a:rPr/>
              <a:t> and specific options (labels and names) available for selection.</a:t>
            </a:r>
          </a:p>
          <a:p>
            <a:pPr lvl="0"/>
            <a:r>
              <a:rPr/>
              <a:t>Requires unique naming conventions to ensure data integrity.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Educational Assessment:</a:t>
            </a:r>
          </a:p>
          <a:p>
            <a:pPr lvl="0"/>
            <a:r>
              <a:rPr/>
              <a:t>Creating automated, interactive quizzes for academic subjects (e.g., Economics, Statistics).</a:t>
            </a:r>
          </a:p>
          <a:p>
            <a:pPr lvl="0"/>
            <a:r>
              <a:rPr/>
              <a:t>Implementing practical problem-solving questions with instant scoring.</a:t>
            </a:r>
          </a:p>
          <a:p>
            <a:pPr lvl="0"/>
            <a:r>
              <a:rPr/>
              <a:t>Quantitative Research:</a:t>
            </a:r>
          </a:p>
          <a:p>
            <a:pPr lvl="0"/>
            <a:r>
              <a:rPr/>
              <a:t>Designing structured questionnaires for professional research and data collection.</a:t>
            </a:r>
          </a:p>
          <a:p>
            <a:pPr lvl="0"/>
            <a:r>
              <a:rPr/>
              <a:t>Managing complex datasets involving topics such as economic indicators.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KoboToolbox_Advanced_Survey_Quiz_Design</dc:title>
  <dc:creator/>
  <cp:keywords/>
  <dcterms:created xsi:type="dcterms:W3CDTF">2026-04-19T04:59:56Z</dcterms:created>
  <dcterms:modified xsi:type="dcterms:W3CDTF">2026-04-19T04:59:56Z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