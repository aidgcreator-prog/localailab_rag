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Artificial Intelligence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Artificial Intelligence: An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Exploring the technology reshaping our world</a:t>
            </a:r>
          </a:p>
          <a:p>
            <a:pPr lvl="0"/>
            <a:r>
              <a:rPr/>
              <a:t>From research to real-world impact</a:t>
            </a:r>
          </a:p>
          <a:p>
            <a:pPr lvl="0"/>
            <a:r>
              <a:rPr/>
              <a:t>Current trends, applications, and future outlook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Artificial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Simulation of human intelligence by machines</a:t>
            </a:r>
          </a:p>
          <a:p>
            <a:pPr lvl="0"/>
            <a:r>
              <a:rPr/>
              <a:t>Encompasses learning, reasoning, and problem-solving</a:t>
            </a:r>
          </a:p>
          <a:p>
            <a:pPr lvl="0"/>
            <a:r>
              <a:rPr/>
              <a:t>Types: Narrow AI (task-specific) vs. General AI (human-like)</a:t>
            </a:r>
          </a:p>
          <a:p>
            <a:pPr lvl="0"/>
            <a:r>
              <a:rPr/>
              <a:t>Evolved from rule-based systems to advanced neural networks</a:t>
            </a:r>
          </a:p>
          <a:p>
            <a:pPr lvl="0"/>
            <a:r>
              <a:rPr/>
              <a:t>Now embedded in everyday tools and enterprise systems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AI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Machine Learning — algorithms that learn from data</a:t>
            </a:r>
          </a:p>
          <a:p>
            <a:pPr lvl="0"/>
            <a:r>
              <a:rPr/>
              <a:t>Deep Learning — neural networks with multiple layers</a:t>
            </a:r>
          </a:p>
          <a:p>
            <a:pPr lvl="0"/>
            <a:r>
              <a:rPr/>
              <a:t>Natural Language Processing — understanding human language</a:t>
            </a:r>
          </a:p>
          <a:p>
            <a:pPr lvl="0"/>
            <a:r>
              <a:rPr/>
              <a:t>Computer Vision — interpreting visual information</a:t>
            </a:r>
          </a:p>
          <a:p>
            <a:pPr lvl="0"/>
            <a:r>
              <a:rPr/>
              <a:t>Generative AI — creating new content (text, images, code)</a:t>
            </a:r>
          </a:p>
          <a:p>
            <a:pPr lvl="0"/>
            <a:r>
              <a:rPr/>
              <a:t>Reinforcement Learning — learning through trial and reward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Real-World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Healthcare — diagnostics, drug discovery, personalized treatment</a:t>
            </a:r>
          </a:p>
          <a:p>
            <a:pPr lvl="0"/>
            <a:r>
              <a:rPr/>
              <a:t>Finance — fraud detection, algorithmic trading, risk assessment</a:t>
            </a:r>
          </a:p>
          <a:p>
            <a:pPr lvl="0"/>
            <a:r>
              <a:rPr/>
              <a:t>Retail — recommendation engines, inventory optimization</a:t>
            </a:r>
          </a:p>
          <a:p>
            <a:pPr lvl="0"/>
            <a:r>
              <a:rPr/>
              <a:t>Manufacturing — predictive maintenance, quality control</a:t>
            </a:r>
          </a:p>
          <a:p>
            <a:pPr lvl="0"/>
            <a:r>
              <a:rPr/>
              <a:t>Transportation — autonomous vehicles, route optimization</a:t>
            </a:r>
          </a:p>
          <a:p>
            <a:pPr lvl="0"/>
            <a:r>
              <a:rPr/>
              <a:t>Education — personalized learning, automated grading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Benefits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Automation of repetitive and time-consuming tasks</a:t>
            </a:r>
          </a:p>
          <a:p>
            <a:pPr lvl="0"/>
            <a:r>
              <a:rPr/>
              <a:t>Faster, data-driven decision making</a:t>
            </a:r>
          </a:p>
          <a:p>
            <a:pPr lvl="0"/>
            <a:r>
              <a:rPr/>
              <a:t>Improved accuracy and reduced human error</a:t>
            </a:r>
          </a:p>
          <a:p>
            <a:pPr lvl="0"/>
            <a:r>
              <a:rPr/>
              <a:t>24/7 availability without fatigue</a:t>
            </a:r>
          </a:p>
          <a:p>
            <a:pPr lvl="0"/>
            <a:r>
              <a:rPr/>
              <a:t>Scalability across industries and use cases</a:t>
            </a:r>
          </a:p>
          <a:p>
            <a:pPr lvl="0"/>
            <a:r>
              <a:rPr/>
              <a:t>Enhanced customer experiences through personalization</a:t>
            </a:r>
          </a:p>
          <a:p>
            <a:pPr lvl="0"/>
            <a:r>
              <a:rPr/>
              <a:t>Unlocking insights from large, complex datasets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Challenges and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Bias and fairness in AI decision-making</a:t>
            </a:r>
          </a:p>
          <a:p>
            <a:pPr lvl="0"/>
            <a:r>
              <a:rPr/>
              <a:t>Job displacement and workforce transformation</a:t>
            </a:r>
          </a:p>
          <a:p>
            <a:pPr lvl="0"/>
            <a:r>
              <a:rPr/>
              <a:t>Privacy concerns with data collection and usage</a:t>
            </a:r>
          </a:p>
          <a:p>
            <a:pPr lvl="0"/>
            <a:r>
              <a:rPr/>
              <a:t>Lack of transparency and explainability</a:t>
            </a:r>
          </a:p>
          <a:p>
            <a:pPr lvl="0"/>
            <a:r>
              <a:rPr/>
              <a:t>Security vulnerabilities and adversarial attacks</a:t>
            </a:r>
          </a:p>
          <a:p>
            <a:pPr lvl="0"/>
            <a:r>
              <a:rPr/>
              <a:t>Regulatory and ethical compliance gaps</a:t>
            </a:r>
          </a:p>
          <a:p>
            <a:pPr lvl="0"/>
            <a:r>
              <a:rPr/>
              <a:t>Over-reliance on AI systems without human oversight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Future Trends and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Multimodal AI combining text, image, audio, and video</a:t>
            </a:r>
          </a:p>
          <a:p>
            <a:pPr lvl="0"/>
            <a:r>
              <a:rPr/>
              <a:t>AI agents that autonomously plan and execute tasks</a:t>
            </a:r>
          </a:p>
          <a:p>
            <a:pPr lvl="0"/>
            <a:r>
              <a:rPr/>
              <a:t>Edge AI — running models on devices for low latency</a:t>
            </a:r>
          </a:p>
          <a:p>
            <a:pPr lvl="0"/>
            <a:r>
              <a:rPr/>
              <a:t>AI-driven scientific discovery and research acceleration</a:t>
            </a:r>
          </a:p>
          <a:p>
            <a:pPr lvl="0"/>
            <a:r>
              <a:rPr/>
              <a:t>Stricter regulation and governance frameworks</a:t>
            </a:r>
          </a:p>
          <a:p>
            <a:pPr lvl="0"/>
            <a:r>
              <a:rPr/>
              <a:t>Human-AI collaboration as the new standard of work</a:t>
            </a:r>
          </a:p>
          <a:p>
            <a:pPr lvl="0"/>
            <a:r>
              <a:rPr/>
              <a:t>Responsible AI development with built-in safety measures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AI is transforming every industry — the question is how, not if</a:t>
            </a:r>
          </a:p>
          <a:p>
            <a:pPr lvl="0"/>
            <a:r>
              <a:rPr/>
              <a:t>Stay informed, adapt quickly, and use AI responsibly</a:t>
            </a:r>
          </a:p>
          <a:p>
            <a:pPr lvl="0"/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Overview</dc:title>
  <dc:creator/>
  <cp:keywords/>
  <dcterms:created xsi:type="dcterms:W3CDTF">2026-04-26T02:33:26Z</dcterms:created>
  <dcterms:modified xsi:type="dcterms:W3CDTF">2026-04-26T02:33:26Z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