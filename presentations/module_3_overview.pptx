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3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3: Using AI Responsibly – Ethical &amp; Governance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Learning Objectives:</a:t>
            </a:r>
          </a:p>
          <a:p>
            <a:pPr lvl="0"/>
            <a:r>
              <a:rPr/>
              <a:t>Understand the legal and regulatory landscape for AI in ASEAN (EU AI Act, Singapore Model AI Governance Framework) (1.1_AIM ASEAN Programme_ AI for MSME Advancement in ASEAN Curriculum Outline.pdf-1.1_AIM ASEAN Programme_ AI for MSME Advancement in ASEAN Curriculum Outline_efd5afde18_32)</a:t>
            </a:r>
          </a:p>
          <a:p>
            <a:pPr lvl="0"/>
            <a:r>
              <a:rPr/>
              <a:t>Identify industry standards and best practices for responsible AI deployment (1.1_AIM ASEAN Programme_ AI for MSME Advancement in ASEAN Curriculum Outline.pdf-1.1_AIM ASEAN Programme_ AI for MSME Advancement in ASEAN Curriculum Outline_efd5afde18_32)</a:t>
            </a:r>
          </a:p>
          <a:p>
            <a:pPr lvl="0"/>
            <a:r>
              <a:rPr/>
              <a:t>Apply transparency, explainability, and accountability principles to AI solutions (1.1_AIM ASEAN Programme_ AI for MSME Advancement in ASEAN Curriculum Outline.pdf-1.1_AIM ASEAN Programme_ AI for MSME Advancement in ASEAN Curriculum Outline_efd5afde18_23)</a:t>
            </a:r>
          </a:p>
          <a:p>
            <a:pPr lvl="0"/>
            <a:r>
              <a:rPr/>
              <a:t>Brief Overview of Ethical Principles:</a:t>
            </a:r>
          </a:p>
          <a:p>
            <a:pPr lvl="0"/>
            <a:r>
              <a:rPr/>
              <a:t>Transparency &amp; Explainability (XAI) – ability to explain AI decisions, especially with complex models (1.1_AIM ASEAN Programme_ AI for MSME Advancement in ASEAN Curriculum Outline.pdf-1.1_AIM ASEAN Programme_ AI for MSME Advancement in ASEAN Curriculum Outline_efd5afde18_23)</a:t>
            </a:r>
          </a:p>
          <a:p>
            <a:pPr lvl="0"/>
            <a:r>
              <a:rPr/>
              <a:t>Accountability – defining responsibility for AI outcomes and errors (1.1_AIM ASEAN Programme_ AI for MSME Advancement in ASEAN Curriculum Outline.pdf-1.1_AIM ASEAN Programme_ AI for MSME Advancement in ASEAN Curriculum Outline_efd5afde18_23)</a:t>
            </a:r>
          </a:p>
          <a:p>
            <a:pPr lvl="0"/>
            <a:r>
              <a:rPr/>
              <a:t>Environmental Impact – considering energy consumption of large AI models and choosing energy‑efficient solutions (1.1_AIM ASEAN Programme_ AI for MSME Advancement in ASEAN Curriculum Outline.pdf-1.1_AIM ASEAN Programme_ AI for MSME Advancement in ASEAN Curriculum Outline_efd5afde18_26)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Overview</dc:title>
  <dc:creator/>
  <cp:keywords/>
  <dcterms:created xsi:type="dcterms:W3CDTF">2026-04-17T09:12:34Z</dcterms:created>
  <dcterms:modified xsi:type="dcterms:W3CDTF">2026-04-17T09:12:34Z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