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5" r:id="rId7"/>
    <p:sldId id="260" r:id="rId8"/>
    <p:sldId id="261" r:id="rId9"/>
    <p:sldId id="262" r:id="rId10"/>
    <p:sldId id="263" r:id="rId11"/>
    <p:sldId id="264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83" d="100"/>
          <a:sy n="83" d="100"/>
        </p:scale>
        <p:origin x="800" y="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AI_Fundamentals_Presentation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br/>
            <a:br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Understanding AI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 Foundational Guide to Artificial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t>What is Artificial Intelligence?</a:t>
            </a:r>
          </a:p>
          <a:p>
            <a:pPr marL="342900" lvl="0" indent="-342900">
              <a:buAutoNum type="arabicPeriod" startAt="2"/>
            </a:pPr>
            <a:r>
              <a:t>The AI Hierarchy: ML, Deep Learning, and GenAI</a:t>
            </a:r>
          </a:p>
          <a:p>
            <a:pPr marL="342900" lvl="0" indent="-342900">
              <a:buAutoNum type="arabicPeriod" startAt="3"/>
            </a:pPr>
            <a:r>
              <a:t>Key Types of AI &amp; Examples</a:t>
            </a:r>
          </a:p>
          <a:p>
            <a:pPr marL="342900" lvl="0" indent="-342900">
              <a:buAutoNum type="arabicPeriod" startAt="4"/>
            </a:pPr>
            <a:r>
              <a:t>Why Adopt AI? (Business Benefits)</a:t>
            </a:r>
          </a:p>
          <a:p>
            <a:pPr marL="342900" lvl="0" indent="-342900">
              <a:buAutoNum type="arabicPeriod" startAt="5"/>
            </a:pPr>
            <a:r>
              <a:t>Practical AI Use Cases Across Functions</a:t>
            </a:r>
          </a:p>
          <a:p>
            <a:pPr marL="342900" lvl="0" indent="-342900">
              <a:buAutoNum type="arabicPeriod" startAt="6"/>
            </a:pPr>
            <a:r>
              <a:t>Summary &amp; Key Takeaways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is Artificial Intelligence?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Definition: The broad field of simulating human intelligence [R3].</a:t>
            </a:r>
          </a:p>
          <a:p>
            <a:pPr lvl="0"/>
            <a:r>
              <a:t>Core Concept: Creating systems capable of performing tasks that typically require human intelligence [R2].</a:t>
            </a:r>
          </a:p>
          <a:p>
            <a:pPr lvl="0"/>
            <a:r>
              <a:t>Practical Example: Using automated systems to recognize patterns in data or handle repetitive business tasks [R1, R2].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D14EE-0E94-485C-A2BA-80BB8678C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en-US"/>
              <a:t>A Brief History of AI</a:t>
            </a:r>
            <a:endParaRPr lang="en-US" alt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C71C116-EFA1-4CAA-ABB6-B809E3B01C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altLang="en-US" dirty="0"/>
              <a:t>1950s: The Foundations Formal field begins with the Turing Test (1950) to measure intelligence and the official coining of "Artificial Intelligence" (1956) [Slide 5: Early AI]. </a:t>
            </a:r>
          </a:p>
          <a:p>
            <a:pPr lvl="0"/>
            <a:r>
              <a:rPr lang="en-US" altLang="en-US" dirty="0"/>
              <a:t>1960s–1980s: Rule-Based Era (Software 1.0) Early systems relied on rigid, human-coded "if-then" logic and expert rules, limited to performing very specific, narrow tasks [Slide 5: Early AI]. </a:t>
            </a:r>
          </a:p>
          <a:p>
            <a:pPr lvl="0"/>
            <a:r>
              <a:rPr lang="en-US" altLang="en-US" dirty="0"/>
              <a:t>1990s–2010s: Machine Learning (Software 2.0) A shift from rules to machines learning patterns from data automatically [Slide 6: Growth of Machine Learning]. Emergence of Deep Learning used neural networks for complex recognition like speech and images [Slide 7: Rise of Deep Learning]. </a:t>
            </a:r>
          </a:p>
          <a:p>
            <a:pPr lvl="0"/>
            <a:r>
              <a:rPr lang="en-US" altLang="en-US" dirty="0"/>
              <a:t>2017–Present: </a:t>
            </a:r>
            <a:r>
              <a:rPr lang="en-US" altLang="en-US" dirty="0" err="1"/>
              <a:t>GenAI</a:t>
            </a:r>
            <a:r>
              <a:rPr lang="en-US" altLang="en-US" dirty="0"/>
              <a:t> &amp; Agentic AI (Software 3.0) Transition to Generative AI for creating new content via natural language prompts [Slide 8: Modern AI]. The field is now moving toward Agentic AI—autonomous systems that can plan and execute multi-step goals [Slide 16: Agentic AI, 23]. </a:t>
            </a:r>
          </a:p>
          <a:p>
            <a:pPr lvl="0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33849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38CBB-72BD-4AE2-8853-58ECE4C48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It relies on three pillars: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56FC312-E301-4FDC-BA05-612C624A86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2121171"/>
              </p:ext>
            </p:extLst>
          </p:nvPr>
        </p:nvGraphicFramePr>
        <p:xfrm>
          <a:off x="708853" y="1777681"/>
          <a:ext cx="5943600" cy="1783080"/>
        </p:xfrm>
        <a:graphic>
          <a:graphicData uri="http://schemas.openxmlformats.org/drawingml/2006/table">
            <a:tbl>
              <a:tblPr/>
              <a:tblGrid>
                <a:gridCol w="2971800">
                  <a:extLst>
                    <a:ext uri="{9D8B030D-6E8A-4147-A177-3AD203B41FA5}">
                      <a16:colId xmlns:a16="http://schemas.microsoft.com/office/drawing/2014/main" val="3995755436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150683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Pillar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Description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535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Good Quality Data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The fuel for AI. Clean, relevant data is essential for accurate results.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8928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Algorithms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The mathematical rules or "recipes" that the AI follows to process data.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2523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Structured Output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The final result, such as a prediction, a recommendation, or generated text.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867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202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AI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t>Artificial Intelligence (AI): The broad field of simulating human intelligence [R3].</a:t>
            </a:r>
          </a:p>
          <a:p>
            <a:pPr lvl="0"/>
            <a:r>
              <a:t>Machine Learning (ML): A subset of AI where machines learn from data without explicit programming [R3].</a:t>
            </a:r>
          </a:p>
          <a:p>
            <a:pPr lvl="0"/>
            <a:r>
              <a:t>Deep Learning: A subset of ML using neural networks to process complex data [R3].</a:t>
            </a:r>
          </a:p>
          <a:p>
            <a:pPr lvl="0"/>
            <a:r>
              <a:t>Generative AI: The newest advancement; uses foundation models and LLMs to create new content (text, images, etc.) [R3].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Key Types of AI &amp;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Machine Learning (ML): Using data for demand forecasting (e.g., for a pizzeria or t-shirt maker) [R1].</a:t>
            </a:r>
          </a:p>
          <a:p>
            <a:pPr lvl="0"/>
            <a:r>
              <a:t>Natural Language Processing (NLP): Powering chatbots for automated customer service [R2].</a:t>
            </a:r>
          </a:p>
          <a:p>
            <a:pPr lvl="0"/>
            <a:r>
              <a:t>Computer Vision: Implementing quality control in manufacturing processes [R1, R2].</a:t>
            </a:r>
          </a:p>
          <a:p>
            <a:pPr lvl="0"/>
            <a:r>
              <a:t>Generative AI: Using prompt engineering (Subject, Description, and Style) to create marketing visuals [R5].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Adopt AI? (Business Benefits)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Increased Efficiency: Automating repetitive tasks to save time and resources [R2, R5].</a:t>
            </a:r>
          </a:p>
          <a:p>
            <a:pPr lvl="0"/>
            <a:r>
              <a:t>Improved Decision-Making: Leveraging data-driven insights for better business strategy [R2, R5].</a:t>
            </a:r>
          </a:p>
          <a:p>
            <a:pPr lvl="0"/>
            <a:r>
              <a:t>Enhanced Customer Experience: Enabling hyper-personalization at scale in e-commerce [R5].</a:t>
            </a:r>
          </a:p>
          <a:p>
            <a:pPr lvl="0"/>
            <a:r>
              <a:t>Competitive Edge: Leveling the playing field for MSMEs through accessible AI platforms [R1, R5].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Practical AI Use Cases Across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Customer Service: AI-driven chatbots and conversational commerce [R5].</a:t>
            </a:r>
          </a:p>
          <a:p>
            <a:pPr lvl="0"/>
            <a:r>
              <a:t>Marketing: Personalized ad optimization and automated content creation [R5].</a:t>
            </a:r>
          </a:p>
          <a:p>
            <a:pPr lvl="0"/>
            <a:r>
              <a:t>Operations: Demand forecasting and supply chain optimization [R1].</a:t>
            </a:r>
          </a:p>
          <a:p>
            <a:pPr lvl="0"/>
            <a:r>
              <a:t>Finance: Using AI for smarter branding and data-driven financial decisions [R5].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Summary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AI is a Spectrum: It ranges from broad intelligence to specific generative capabilities (ML -&gt; DL -&gt; GenAI) [R3].</a:t>
            </a:r>
          </a:p>
          <a:p>
            <a:pPr lvl="0"/>
            <a:r>
              <a:t>Accessibility: AI is no longer just for large corporations; user-friendly platforms empower small businesses [R1].</a:t>
            </a:r>
          </a:p>
          <a:p>
            <a:pPr lvl="0"/>
            <a:r>
              <a:t>Strategic Approach: Focus on solving real business problems and start with simple applications [R2].</a:t>
            </a:r>
          </a:p>
          <a:p>
            <a:pPr lvl="0"/>
            <a:r>
              <a:t>Skill Development: Mastering tools like prompt engineering can significantly boost productivity [R5].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731</Words>
  <Application>Microsoft Office PowerPoint</Application>
  <PresentationFormat>On-screen Show (16:9)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AI_Fundamentals_Presentation</vt:lpstr>
      <vt:lpstr>Understanding AI Fundamentals</vt:lpstr>
      <vt:lpstr>Table of Contents</vt:lpstr>
      <vt:lpstr>What is Artificial Intelligence?</vt:lpstr>
      <vt:lpstr>A Brief History of AI</vt:lpstr>
      <vt:lpstr>It relies on three pillars:</vt:lpstr>
      <vt:lpstr>The AI Hierarchy</vt:lpstr>
      <vt:lpstr>Key Types of AI &amp; Examples</vt:lpstr>
      <vt:lpstr>Why Adopt AI? (Business Benefits)</vt:lpstr>
      <vt:lpstr>Practical AI Use Cases Across Functions</vt:lpstr>
      <vt:lpstr>Summary &amp; Key Takeaways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AI_Fundamentals_Presentation</dc:title>
  <dc:creator/>
  <cp:keywords/>
  <cp:lastModifiedBy>User</cp:lastModifiedBy>
  <cp:revision>2</cp:revision>
  <dcterms:created xsi:type="dcterms:W3CDTF">2026-04-21T04:14:46Z</dcterms:created>
  <dcterms:modified xsi:type="dcterms:W3CDTF">2026-04-21T05:09:50Z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