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KoboToolbox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KoboToolbox?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platform for creating complex, logic-driven surveys and quizzes.</a:t>
            </a:r>
          </a:p>
          <a:p>
            <a:pPr lvl="0"/>
            <a:r>
              <a:rPr/>
              <a:t>Uses the XLSForm standard.</a:t>
            </a:r>
          </a:p>
          <a:p>
            <a:pPr lvl="0"/>
            <a:r>
              <a:rPr/>
              <a:t>Ideal for structured data collection and quantitative research.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Advanced Logic &amp; Skip Logic: Uses the ‘relevant’ column to show/hide questions based on previous answers.</a:t>
            </a:r>
          </a:p>
          <a:p>
            <a:pPr lvl="0"/>
            <a:r>
              <a:rPr/>
              <a:t>Grouping &amp; Organization: Uses ‘begin_group’ to organize questions into logical sections.</a:t>
            </a:r>
          </a:p>
          <a:p>
            <a:pPr lvl="0"/>
            <a:r>
              <a:rPr/>
              <a:t>Automated Scoring: Supports ‘calculate’ types with ‘if’-statements for self-grading quizzes.</a:t>
            </a:r>
          </a:p>
          <a:p>
            <a:pPr lvl="0"/>
            <a:r>
              <a:rPr/>
              <a:t>Flexible Data Types: Supports text, dates, multiple-choice, and more.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Structure (XLSForm)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Survey Sheet: Defines the survey behavior (columns: type, name, label, required, appearance, relevant, calculation).</a:t>
            </a:r>
          </a:p>
          <a:p>
            <a:pPr lvl="0"/>
            <a:r>
              <a:rPr/>
              <a:t>Choices Sheet: Defines options for multiple-scale questions (columns: list_name, name, label).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Educational Assessments: Creating topic-based quizzes (e.g., Economics).</a:t>
            </a:r>
          </a:p>
          <a:p>
            <a:pPr lvl="0"/>
            <a:r>
              <a:rPr/>
              <a:t>Quantitative Research: Designing structured questionnaires and survey sheets for statistical analysis.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KoboToolbox</dc:title>
  <dc:creator/>
  <cp:keywords/>
  <dcterms:created xsi:type="dcterms:W3CDTF">2026-04-19T04:37:20Z</dcterms:created>
  <dcterms:modified xsi:type="dcterms:W3CDTF">2026-04-19T04:37:20Z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