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Ven Seyhah – Research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Ven Seyhah – Research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Former Research Fellow, Cambodia Development Resource Institute (CDRI)</a:t>
            </a:r>
          </a:p>
          <a:p>
            <a:pPr lvl="0"/>
            <a:r>
              <a:rPr/>
              <a:t>Master’s &amp; PhD in International Development Studies, Graduate School of International Development (GSID), Nagoya University, Japan</a:t>
            </a:r>
          </a:p>
          <a:p>
            <a:pPr lvl="0"/>
            <a:r>
              <a:rPr/>
              <a:t>Current research fellow, Centre for Development Economics and Trade, CDRI</a:t>
            </a:r>
          </a:p>
          <a:p>
            <a:pPr lvl="0"/>
            <a:r>
              <a:rPr/>
              <a:t>Email: seyhah@cdri.org.kh</a:t>
            </a:r>
          </a:p>
          <a:p>
            <a:pPr lvl="0"/>
            <a:r>
              <a:rPr/>
              <a:t>Photo available on CDRI staff page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Interests &amp;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Labour Economics</a:t>
            </a:r>
          </a:p>
          <a:p>
            <a:pPr lvl="0"/>
            <a:r>
              <a:rPr/>
              <a:t>Trade and Industry</a:t>
            </a:r>
          </a:p>
          <a:p>
            <a:pPr lvl="0"/>
            <a:r>
              <a:rPr/>
              <a:t>Impact Evaluation (Causal Inference)</a:t>
            </a:r>
          </a:p>
          <a:p>
            <a:pPr lvl="0"/>
            <a:r>
              <a:rPr/>
              <a:t>Data Science in R</a:t>
            </a:r>
          </a:p>
          <a:p>
            <a:pPr lvl="0"/>
            <a:r>
              <a:rPr/>
              <a:t>Skills for Industry, Economic Integration, and Industrial Transformation</a:t>
            </a:r>
          </a:p>
          <a:p>
            <a:pPr lvl="0"/>
            <a:r>
              <a:rPr/>
              <a:t>Quantitative analysis using R, STATA, and GAMS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References</a:t>
            </a:r>
          </a:p>
          <a:p>
            <a:pPr lvl="0"/>
            <a:r>
              <a:rPr/>
              <a:t>[1] CDRI Staff Profile. https://cdri.org.kh/staff/ven-seyhah</a:t>
            </a:r>
          </a:p>
          <a:p>
            <a:pPr lvl="0"/>
            <a:r>
              <a:rPr/>
              <a:t>[2] Five Priorities for a Green and Inclusive Economic Transformation in Cambodia. 2024. https://cdri.org.kh/publication/five-priorities-for-a-green-and-inclusive-economic-transformation-in-cambodia</a:t>
            </a:r>
          </a:p>
          <a:p>
            <a:pPr lvl="0"/>
            <a:r>
              <a:rPr/>
              <a:t>[3] Demand for and Supply of Digital Skills in Cambodia. 2023. https://cdri.org.kh/publication/demand-for-and-supply-of-digital-skills-in-cambodia</a:t>
            </a:r>
          </a:p>
          <a:p>
            <a:pPr lvl="0"/>
            <a:r>
              <a:rPr/>
              <a:t>[4] Exploring Insights into Vocational Skills Development and Industrial Transformation in Cambodia. 2020. https://cdri.org.kh/publication/exploring-insights-into-vocational-skills-development-and-industrial-transformation-in-cambodia</a:t>
            </a:r>
          </a:p>
          <a:p>
            <a:pPr lvl="0"/>
            <a:r>
              <a:rPr/>
              <a:t>[5] The Contribution of Vocational Skills Development to Cambodia’s Economy. 2019. https://cdri.org.kh/publication/the-contribution-of-vocational-skills-development-to-cambodia-s-economy</a:t>
            </a:r>
          </a:p>
          <a:p>
            <a:pPr lvl="0"/>
            <a:r>
              <a:rPr/>
              <a:t>[6] Skills and Transformation in Cambodia’s Industry. 2021. https://cdri.org.kh/publication/skills-and-transformation-in-cambodia-s-industry-1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 Seyhah – Research Profile</dc:title>
  <dc:creator/>
  <cp:keywords/>
  <dcterms:created xsi:type="dcterms:W3CDTF">2026-04-17T00:13:09Z</dcterms:created>
  <dcterms:modified xsi:type="dcterms:W3CDTF">2026-04-17T00:13:09Z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