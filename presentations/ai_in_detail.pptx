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AI in Detail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Artificial Intelligence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Artificial Intelligence (AI) is the simulation of human intelligence processes by machines, especially computer systems. It encompasses reasoning, learning, perception, and language understanding.</a:t>
            </a:r>
          </a:p>
          <a:p>
            <a:pPr lvl="0"/>
            <a:r>
              <a:rPr/>
              <a:t>Key Definitions: Machine Learning (ML) – algorithms that improve from data; Deep Learning (DL) – ML with neural networks; Natural Language Processing (NLP) – interaction with human language; Computer Vision – interpreting visual data.</a:t>
            </a:r>
          </a:p>
          <a:p>
            <a:pPr lvl="0"/>
            <a:r>
              <a:rPr/>
              <a:t>Scope: From narrow AI (task‑specific) to general AI (human‑level cognition).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History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Early Concepts: Turing’s 1950 paper on computable numbers and the idea of a machine that can simulate any algorithm.</a:t>
            </a:r>
          </a:p>
          <a:p>
            <a:pPr lvl="0"/>
            <a:r>
              <a:rPr/>
              <a:t>1950s‑1970s: Development of symbolic AI, expert systems, and the first neural network models.</a:t>
            </a:r>
          </a:p>
          <a:p>
            <a:pPr lvl="0"/>
            <a:r>
              <a:rPr/>
              <a:t>1980s‑1990s: Rise of machine learning, back‑propagation, and the AI winter due to limited computing power.</a:t>
            </a:r>
          </a:p>
          <a:p>
            <a:pPr lvl="0"/>
            <a:r>
              <a:rPr/>
              <a:t>2000s‑Present: Big data, GPU acceleration, deep learning breakthroughs, and widespread AI adoption.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Machine Learning: Statistical models that learn patterns from data to make predictions or decisions.</a:t>
            </a:r>
          </a:p>
          <a:p>
            <a:pPr lvl="0"/>
            <a:r>
              <a:rPr/>
              <a:t>Deep Learning: Neural networks with many layers that automatically extract hierarchical features.</a:t>
            </a:r>
          </a:p>
          <a:p>
            <a:pPr lvl="0"/>
            <a:r>
              <a:rPr/>
              <a:t>Neural Networks: Interconnected nodes (neurons) that process information in layers.</a:t>
            </a:r>
          </a:p>
          <a:p>
            <a:pPr lvl="0"/>
            <a:r>
              <a:rPr/>
              <a:t>Reinforcement Learning: Agents learn optimal actions through trial‑and‑error interactions with an environment.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Applications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Healthcare: Diagnostic imaging, personalized medicine, drug discovery, and virtual health assistants.</a:t>
            </a:r>
          </a:p>
          <a:p>
            <a:pPr lvl="0"/>
            <a:r>
              <a:rPr/>
              <a:t>Finance: Fraud detection, algorithmic trading, credit scoring, and risk assessment.</a:t>
            </a:r>
          </a:p>
          <a:p>
            <a:pPr lvl="0"/>
            <a:r>
              <a:rPr/>
              <a:t>Transportation: Autonomous vehicles, traffic optimization, and logistics planning.</a:t>
            </a:r>
          </a:p>
          <a:p>
            <a:pPr lvl="0"/>
            <a:r>
              <a:rPr/>
              <a:t>Creative Industries: AI‑generated art, music composition, and content creation.</a:t>
            </a:r>
          </a:p>
          <a:p>
            <a:pPr lvl="0"/>
            <a:r>
              <a:rPr/>
              <a:t>Robotics: Humanoid robots, industrial automation, and service robots.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Future &amp;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Emerging Trends: Edge AI, federated learning, quantum‑AI hybrid models, and AI‑as‑a‑service platforms.</a:t>
            </a:r>
          </a:p>
          <a:p>
            <a:pPr lvl="0"/>
            <a:r>
              <a:rPr/>
              <a:t>AI Governance: Policies, standards, and frameworks to ensure responsible AI deployment.</a:t>
            </a:r>
          </a:p>
          <a:p>
            <a:pPr lvl="0"/>
            <a:r>
              <a:rPr/>
              <a:t>Ethical Considerations: Bias mitigation, transparency, accountability, and privacy protection.</a:t>
            </a:r>
          </a:p>
          <a:p>
            <a:pPr lvl="0"/>
            <a:r>
              <a:rPr/>
              <a:t>Societal Impact: Workforce displacement, digital divide, and the need for reskilling.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Detail</dc:title>
  <dc:creator/>
  <cp:keywords/>
  <dcterms:created xsi:type="dcterms:W3CDTF">2026-04-16T17:21:41Z</dcterms:created>
  <dcterms:modified xsi:type="dcterms:W3CDTF">2026-04-16T17:21:41Z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