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Module_1_AI_Fundamentals_and_Use_Cases_for_MSMEs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1: AI Fundamentals &amp; Use Cases for MSMEs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Empowering Business Growth through Strategic AI Adoption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Introduction: The AI Revolution for MSMEs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Overview of the AIM (AI for MSME Advancement) program.</a:t>
            </a:r>
          </a:p>
          <a:p>
            <a:pPr lvl="0"/>
            <a:r>
              <a:rPr/>
              <a:t>The context of digital transformation: Why MSMEs cannot afford to ignore AI.</a:t>
            </a:r>
          </a:p>
          <a:p>
            <a:pPr lvl="0"/>
            <a:r>
              <a:rPr/>
              <a:t>Challenges faced by MSMEs (resource constraints, competition) and how AI acts as a force multiplier.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Deep Dive into AI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Defining Artificial Intelligence: Beyond the hype—what it actually is.</a:t>
            </a:r>
          </a:p>
          <a:p>
            <a:pPr lvl="0"/>
            <a:r>
              <a:rPr/>
              <a:t>The core mechanism: How algorithms process data to mimic human cognitive functions (learning, reasoning, and problem-solving).</a:t>
            </a:r>
          </a:p>
          <a:p>
            <a:pPr lvl="0"/>
            <a:r>
              <a:rPr/>
              <a:t>The shift from ‘Rule-Based’ systems to ‘Learning-Based’ systems.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AI Technology Spectrum (Detailed Breakdown)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Machine Learning (ML): Using historical sales data to predict future demand.</a:t>
            </a:r>
          </a:p>
          <a:p>
            <a:pPr lvl="0"/>
            <a:r>
              <a:rPr/>
              <a:t>Deep Learning (DL): Using neural networks for complex tasks like automated quality inspection in manufacturing.</a:t>
            </a:r>
          </a:p>
          <a:p>
            <a:pPr lvl="0"/>
            <a:r>
              <a:rPr/>
              <a:t>Natural Language Processing (NLP): Implementing intelligent chatbots to handle 24/7 customer inquiries.</a:t>
            </a:r>
          </a:p>
          <a:p>
            <a:pPr lvl="0"/>
            <a:r>
              <a:rPr/>
              <a:t>Computer Vision (CV): Using cameras to automate inventory counting or security monitoring.</a:t>
            </a:r>
          </a:p>
          <a:p>
            <a:pPr lvl="0"/>
            <a:r>
              <a:rPr/>
              <a:t>Generative AI (GenAI): Using LLMs to rapidly generate marketing content, product descriptions, or email drafts.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5 Pillars of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Increased Efficiency: Automating repetitive, manual tasks to free up human talent.</a:t>
            </a:r>
          </a:p>
          <a:p>
            <a:pPr lvl="0"/>
            <a:r>
              <a:rPr/>
              <a:t>Improved Decision-Making: Moving from ‘gut feeling’ to data-driven, predictive insights.</a:t>
            </a:r>
          </a:p>
          <a:p>
            <a:pPr lvl="0"/>
            <a:r>
              <a:rPr/>
              <a:t>Enhanced Customer Experience: Delivering hyper-personalized interactions and instant support.</a:t>
            </a:r>
          </a:p>
          <a:p>
            <a:pPr lvl="0"/>
            <a:r>
              <a:rPr/>
              <a:t>Cost Reduction: Minimizing human error and optimizing resource allocation (e.g., energy, logistics).</a:t>
            </a:r>
          </a:p>
          <a:p>
            <a:pPr lvl="0"/>
            <a:r>
              <a:rPr/>
              <a:t>Competitive Advantage: Staying agile and responsive to market shifts faster than competitors.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Functional Use Cases: Transforming Departments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Customer Service: Sentiment analysis of reviews, automated ticketing, and multilingual support.</a:t>
            </a:r>
          </a:p>
          <a:p>
            <a:pPr lvl="0"/>
            <a:r>
              <a:rPr/>
              <a:t>Marketing &amp; Sales: Customer segmentation, personalized product recommendations, and lead scoring.</a:t>
            </a:r>
          </a:p>
          <a:p>
            <a:pPr lvl="0"/>
            <a:r>
              <a:rPr/>
              <a:t>Operations &amp; Supply Chain: Demand forecasting, predictive maintenance for machinery, and route optimization.</a:t>
            </a:r>
          </a:p>
          <a:p>
            <a:pPr lvl="0"/>
            <a:r>
              <a:rPr/>
              <a:t>Finance &amp; Accounting: Automated invoice processing, anomaly detection for fraud, and automated cash flow forecasting.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Strategic Roadmap: Evaluating Your AI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 1: Process Audit: Identify manual, high-frequency, or error-prone tasks.</a:t>
            </a:r>
          </a:p>
          <a:p>
            <a:pPr lvl="0"/>
            <a:r>
              <a:rPr/>
              <a:t>Step 2: Identify ‘Low-Hanging Fruit’: Look for high-impact, low-complexity opportunities (e.g., a simple chatbot).</a:t>
            </a:r>
          </a:p>
          <a:p>
            <a:pPr lvl="0"/>
            <a:r>
              <a:rPr/>
              <a:t>Step 3: Define Success (KPIs): What does success looks like? (e.g., 20% reduction in response time).</a:t>
            </a:r>
          </a:p>
          <a:p>
            <a:pPr lvl="0"/>
            <a:r>
              <a:rPr/>
              <a:t>Step 4: Pilot &amp; Scale: Start small with a pilot project, learn, and then expand.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Summary of the transformative potential of AI.</a:t>
            </a:r>
          </a:p>
          <a:p>
            <a:pPr lvl="0"/>
            <a:r>
              <a:rPr/>
              <a:t>Final thought: AI is a journey, not a destination.</a:t>
            </a:r>
          </a:p>
          <a:p>
            <a:pPr lvl="0"/>
            <a:r>
              <a:rPr/>
              <a:t>Teaser for Module 2: Moving from theory to implementation.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Module_1_AI_Fundamentals_and_Use_Cases_for_MSMEs</dc:title>
  <dc:creator/>
  <cp:keywords/>
  <dcterms:created xsi:type="dcterms:W3CDTF">2026-04-18T07:13:58Z</dcterms:created>
  <dcterms:modified xsi:type="dcterms:W3CDTF">2026-04-18T07:13:58Z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