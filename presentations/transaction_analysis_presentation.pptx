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transaction_analysis_presentation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Analysis Report: Transactional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Analysis Report: Transactional Insights</a:t>
            </a:r>
          </a:p>
          <a:p>
            <a:pPr lvl="0"/>
            <a:r>
              <a:rPr/>
              <a:t>Comparison of Cluster Control and Sample 500 Datasets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 of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Overview of Datasets</a:t>
            </a:r>
          </a:p>
          <a:p>
            <a:pPr lvl="0"/>
            <a:r>
              <a:rPr/>
              <a:t>• Two datasets analyzed: ‘cluster_control.csv’ (100 rows) and ‘sample_500.csv’ (500 rows).</a:t>
            </a:r>
          </a:p>
          <a:p>
            <a:pPr lvl="0"/>
            <a:r>
              <a:rPr/>
              <a:t>• Shared Schema: transaction_id, customer_id, purchase_amount, product_category, purchase_date.</a:t>
            </a:r>
          </a:p>
          <a:p>
            <a:pPr lvl="0"/>
            <a:r>
              <a:rPr/>
              <a:t>• Data Quality: Both datasets are complete with zero missing values.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Comparative Statistics: Purchase Amount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Comparative Statistics: Purchase Amount</a:t>
            </a:r>
          </a:p>
          <a:p>
            <a:pPr lvl="0"/>
            <a:r>
              <a:rPr/>
              <a:t>• Mean Purchase:</a:t>
            </a:r>
          </a:p>
          <a:p>
            <a:pPr lvl="0"/>
            <a:r>
              <a:rPr/>
              <a:t>Cluster Control: 89.23</a:t>
            </a:r>
          </a:p>
          <a:p>
            <a:pPr lvl="0"/>
            <a:r>
              <a:rPr/>
              <a:t>Sample 500: 98.11</a:t>
            </a:r>
          </a:p>
          <a:p>
            <a:pPr lvl="0"/>
            <a:r>
              <a:rPr/>
              <a:t>• Range &amp; Dispersion:</a:t>
            </a:r>
          </a:p>
          <a:p>
            <a:pPr lvl="0"/>
            <a:r>
              <a:rPr/>
              <a:t>Cluster Control: Min 1.11, Max 314.41</a:t>
            </a:r>
          </a:p>
          <a:p>
            <a:pPr lvl="0"/>
            <a:r>
              <a:rPr/>
              <a:t>Sample 500: Min 1.62, Max 430.91</a:t>
            </a:r>
          </a:p>
          <a:p>
            <a:pPr lvl="0"/>
            <a:r>
              <a:rPr/>
              <a:t>• Key Insight: The larger sample (500) captures higher-value transactions and shows greater variance.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Findings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Key Findings &amp; Conclusions</a:t>
            </a:r>
          </a:p>
          <a:p>
            <a:pPr lvl="0"/>
            <a:r>
              <a:rPr/>
              <a:t>• No significant correlation found between transaction IDs, customer IDs, and purchase amounts.</a:t>
            </a:r>
          </a:p>
          <a:p>
            <a:pPr lvl="0"/>
            <a:r>
              <a:rPr/>
              <a:t>• The distribution of purchase amounts is relatively stable across both datasets.</a:t>
            </a:r>
          </a:p>
          <a:p>
            <a:pPr lvl="0"/>
            <a:r>
              <a:rPr/>
              <a:t>• The ‘sample_500’ dataset provides a more comprehensive view of extreme high-value transactions.</a:t>
            </a:r>
          </a:p>
          <a:p>
            <a:pPr lvl="0"/>
            <a:r>
              <a:rPr/>
              <a:t>• Recommendation: Use the larger sample for modeling extreme value scenarios.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transaction_analysis_presentation</dc:title>
  <dc:creator/>
  <cp:keywords/>
  <dcterms:created xsi:type="dcterms:W3CDTF">2026-04-17T09:29:46Z</dcterms:created>
  <dcterms:modified xsi:type="dcterms:W3CDTF">2026-04-17T09:29:46Z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