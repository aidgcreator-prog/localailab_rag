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2" Type="http://schemas.openxmlformats.org/officeDocument/2006/relationships/viewProps" Target="viewProps.xml" /><Relationship Id="rId11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4" Type="http://schemas.openxmlformats.org/officeDocument/2006/relationships/tableStyles" Target="tableStyles.xml" /><Relationship Id="rId13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AI_Basics_and_Use_Cases_Module_1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br/>
            <a:br/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Artificial Intelligence (AI) - The Basics and Use Cases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Module 1: AIM (AI for MSME Advancement) Training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Learning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Understand AI Fundamentals</a:t>
            </a:r>
          </a:p>
          <a:p>
            <a:pPr lvl="0"/>
            <a:r>
              <a:rPr/>
              <a:t>Distinguish AI Types</a:t>
            </a:r>
          </a:p>
          <a:p>
            <a:pPr lvl="0"/>
            <a:r>
              <a:rPr/>
              <a:t>Articulate Business Value</a:t>
            </a:r>
          </a:p>
          <a:p>
            <a:pPr lvl="0"/>
            <a:r>
              <a:rPr/>
              <a:t>Identify Functional Use Cases</a:t>
            </a:r>
          </a:p>
          <a:p>
            <a:pPr lvl="0"/>
            <a:r>
              <a:rPr/>
              <a:t>Evaluate Business Opportunities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Understanding AI Fundamentals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Definition: The simulation of human intelligence through machines.</a:t>
            </a:r>
          </a:p>
          <a:p>
            <a:pPr lvl="0"/>
            <a:r>
              <a:rPr/>
              <a:t>Key Requirements:</a:t>
            </a:r>
          </a:p>
          <a:p>
            <a:pPr lvl="0"/>
            <a:r>
              <a:rPr/>
              <a:t>Good Quality Data (the "fuel")</a:t>
            </a:r>
          </a:p>
          <a:p>
            <a:pPr lvl="0"/>
            <a:r>
              <a:rPr/>
              <a:t>Selection of Algorithms</a:t>
            </a:r>
          </a:p>
          <a:p>
            <a:pPr lvl="0"/>
            <a:r>
              <a:rPr/>
              <a:t>Structured Output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Distinguishing AI Types (The AI Landscape)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Machine Learning (ML): Learning from data without explicit programming (e.g., Recommendation engines, Fraud detection)</a:t>
            </a:r>
          </a:p>
          <a:p>
            <a:pPr lvl="0"/>
            <a:r>
              <a:rPr/>
              <a:t>Deep Learning (DL): Using neural networks for complex patterns (e.g., Image recognition)</a:t>
            </a:r>
          </a:p>
          <a:p>
            <a:pPr lvl="0"/>
            <a:r>
              <a:rPr/>
              <a:t>Natural Language Processing (NLP): Understanding/generating human language (e.g., Chatbots, Translation)</a:t>
            </a:r>
          </a:p>
          <a:p>
            <a:pPr lvl="0"/>
            <a:r>
              <a:rPr/>
              <a:t>Computer Vision (CV): Interpreting visual information (e.g., Facial recognition, Quality control)</a:t>
            </a:r>
          </a:p>
          <a:p>
            <a:pPr lvl="0"/>
            <a:r>
              <a:rPr/>
              <a:t>Generative AI (GenAI): Creating new content (e.g., Content creation, Design)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Articulating Business Value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Increased Efficiency: Automating repetitive tasks</a:t>
            </a:r>
          </a:p>
          <a:p>
            <a:pPr lvl="0"/>
            <a:r>
              <a:rPr/>
              <a:t>Improved Decision-Making: Data-driven insights</a:t>
            </a:r>
          </a:p>
          <a:p>
            <a:pPr lvl="0"/>
            <a:r>
              <a:rPr/>
              <a:t>Enhanced Customer Experience: 24/7 support</a:t>
            </a:r>
          </a:p>
          <a:p>
            <a:pPr lvl="0"/>
            <a:r>
              <a:rPr/>
              <a:t>Personalization: Tailoring services to individual needs</a:t>
            </a:r>
          </a:p>
          <a:p>
            <a:pPr lvl="0"/>
            <a:r>
              <a:rPr/>
              <a:t>Gaining a Competitive Edge: Staying ahead in the market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Identifying Functional Use Cases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Customer Service: Chatbots, automated inquiry handling</a:t>
            </a:r>
          </a:p>
          <a:p>
            <a:pPr lvl="0"/>
            <a:r>
              <a:rPr/>
              <a:t>Marketing: Personalized messages, content creation, design</a:t>
            </a:r>
          </a:p>
          <a:p>
            <a:pPr lvl="0"/>
            <a:r>
              <a:rPr/>
              <a:t>Operations: Quality control (CV), supply chain optimization</a:t>
            </a:r>
          </a:p>
          <a:p>
            <a:pPr lvl="0"/>
            <a:r>
              <a:rPr/>
              <a:t>Finance: Fraud detection, automated financial reporting</a:t>
            </a:r>
          </a:p>
          <a:p>
            <a:pPr lvl="0"/>
            <a:r>
              <a:rPr/>
              <a:t>Human Resources: Candidate screening, personalized learning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Evaluating Business Opportunities (The Roadmap)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Identify Value Areas: Find functions where AI can generate value.</a:t>
            </a:r>
          </a:p>
          <a:p>
            <a:pPr lvl="0"/>
            <a:r>
              <a:rPr/>
              <a:t>Assess Feasibility: Check for necessary data and $infrastructure.</a:t>
            </a:r>
          </a:p>
          <a:p>
            <a:pPr lvl="0"/>
            <a:r>
              <a:rPr/>
              <a:t>Start Small: Focus on high-impact, specific use cases before scaling.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Recap of AI Fundamentals</a:t>
            </a:r>
          </a:p>
          <a:p>
            <a:pPr lvl="0"/>
            <a:r>
              <a:rPr/>
              <a:t>Overview of AI Types (ML, DL, NLP, CV, GenAI)</a:t>
            </a:r>
          </a:p>
          <a:p>
            <a:pPr lvl="0"/>
            <a:r>
              <a:rPr/>
              <a:t>Value Proposition for MSMEs</a:t>
            </a:r>
          </a:p>
          <a:p>
            <a:pPr lvl="0"/>
            <a:r>
              <a:rPr/>
              <a:t>Functional Use Case Identification</a:t>
            </a:r>
          </a:p>
          <a:p>
            <a:pPr lvl="0"/>
            <a:r>
              <a:rPr/>
              <a:t>Framework for Evaluating Opportunities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AI_Basics_and_Use_Cases_Module_1</dc:title>
  <dc:creator/>
  <cp:keywords/>
  <dcterms:created xsi:type="dcterms:W3CDTF">2026-04-21T03:35:41Z</dcterms:created>
  <dcterms:modified xsi:type="dcterms:W3CDTF">2026-04-21T03:35:41Z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biblio-config">
    <vt:lpwstr>True</vt:lpwstr>
  </property>
  <property fmtid="{D5CDD505-2E9C-101B-9397-08002B2CF9AE}" pid="3" name="header-includes">
    <vt:lpwstr/>
  </property>
  <property fmtid="{D5CDD505-2E9C-101B-9397-08002B2CF9AE}" pid="4" name="include-after">
    <vt:lpwstr/>
  </property>
  <property fmtid="{D5CDD505-2E9C-101B-9397-08002B2CF9AE}" pid="5" name="include-before">
    <vt:lpwstr/>
  </property>
  <property fmtid="{D5CDD505-2E9C-101B-9397-08002B2CF9AE}" pid="6" name="labels">
    <vt:lpwstr/>
  </property>
  <property fmtid="{D5CDD505-2E9C-101B-9397-08002B2CF9AE}" pid="7" name="toc-title">
    <vt:lpwstr>Table of contents</vt:lpwstr>
  </property>
</Properties>
</file>