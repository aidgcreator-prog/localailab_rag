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EDA &amp; Cluster Analysis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Cluster Control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000"/>
            </a:pPr>
            <a:r>
              <a:t>Dataset contains 100 transactions across 5 columns:</a:t>
            </a:r>
          </a:p>
          <a:p>
            <a:pPr>
              <a:defRPr sz="1000"/>
            </a:pPr>
            <a:r>
              <a:t>Columns: transaction_id, customer_id, purchase_amount, product_category, purchase_date</a:t>
            </a:r>
          </a:p>
          <a:p>
            <a:pPr>
              <a:defRPr sz="1000"/>
            </a:pPr>
          </a:p>
          <a:p>
            <a:pPr>
              <a:defRPr sz="1000"/>
            </a:pPr>
            <a:r>
              <a:t>Descriptive Statistics (numeric columns):</a:t>
            </a:r>
          </a:p>
          <a:p>
            <a:pPr>
              <a:defRPr sz="1000"/>
            </a:pPr>
            <a:r>
              <a:t>                 count     mean      std      min      25%      50%      75%      max</a:t>
            </a:r>
          </a:p>
          <a:p>
            <a:pPr>
              <a:defRPr sz="1000"/>
            </a:pPr>
            <a:r>
              <a:t>transaction_id   100.0  2167.56  1471.39    50.00   887.00  1922.50  3460.50  4945.00</a:t>
            </a:r>
          </a:p>
          <a:p>
            <a:pPr>
              <a:defRPr sz="1000"/>
            </a:pPr>
            <a:r>
              <a:t>customer_id      100.0  3042.59  1098.41  1036.00  2024.00  2983.50  4081.50  4943.00</a:t>
            </a:r>
          </a:p>
          <a:p>
            <a:pPr>
              <a:defRPr sz="1000"/>
            </a:pPr>
            <a:r>
              <a:t>purchase_amount  100.0    89.23    65.46     1.11    42.26    70.82   121.53   314.41</a:t>
            </a:r>
          </a:p>
          <a:p>
            <a:pPr>
              <a:defRPr sz="1000"/>
            </a:pPr>
          </a:p>
          <a:p>
            <a:pPr>
              <a:defRPr sz="1000"/>
            </a:pPr>
            <a:r>
              <a:t>Customer-level Aggregation (first 5 rows):</a:t>
            </a:r>
          </a:p>
          <a:p>
            <a:pPr>
              <a:defRPr sz="1000"/>
            </a:pPr>
            <a:r>
              <a:t> customer_id  total_spend  num_purchases  avg_purchase last_purchase  cluster</a:t>
            </a:r>
          </a:p>
          <a:p>
            <a:pPr>
              <a:defRPr sz="1000"/>
            </a:pPr>
            <a:r>
              <a:t>        1036       152.33              1        152.33    2024-04-08        2</a:t>
            </a:r>
          </a:p>
          <a:p>
            <a:pPr>
              <a:defRPr sz="1000"/>
            </a:pPr>
            <a:r>
              <a:t>        1062        82.88              1         82.88    2024-01-01        2</a:t>
            </a:r>
          </a:p>
          <a:p>
            <a:pPr>
              <a:defRPr sz="1000"/>
            </a:pPr>
            <a:r>
              <a:t>        1260       107.90              1        107.90    2024-02-25        2</a:t>
            </a:r>
          </a:p>
          <a:p>
            <a:pPr>
              <a:defRPr sz="1000"/>
            </a:pPr>
            <a:r>
              <a:t>        1365       129.54              1        129.54    2024-06-26        2</a:t>
            </a:r>
          </a:p>
          <a:p>
            <a:pPr>
              <a:defRPr sz="1000"/>
            </a:pPr>
            <a:r>
              <a:t>        1382        21.43              1         21.43    2024-05-06        0</a:t>
            </a:r>
          </a:p>
          <a:p>
            <a:pPr>
              <a:defRPr sz="1000"/>
            </a:pPr>
          </a:p>
          <a:p>
            <a:pPr>
              <a:defRPr sz="1000"/>
            </a:pPr>
            <a:r>
              <a:t>Cluster Summary (k-means, 3 clusters):</a:t>
            </a:r>
          </a:p>
          <a:p>
            <a:pPr>
              <a:defRPr sz="1000"/>
            </a:pPr>
            <a:r>
              <a:t> cluster  count  avg_total_spend  avg_num_purchases</a:t>
            </a:r>
          </a:p>
          <a:p>
            <a:pPr>
              <a:defRPr sz="1000"/>
            </a:pPr>
            <a:r>
              <a:t>       0     58        44.498966                1.0</a:t>
            </a:r>
          </a:p>
          <a:p>
            <a:pPr>
              <a:defRPr sz="1000"/>
            </a:pPr>
            <a:r>
              <a:t>       1     13       218.956154                1.0</a:t>
            </a:r>
          </a:p>
          <a:p>
            <a:pPr>
              <a:defRPr sz="1000"/>
            </a:pPr>
            <a:r>
              <a:t>       2     29       120.538966                1.0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