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Point 1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TestPresentation</dc:title>
  <dc:creator/>
  <cp:keywords/>
  <dcterms:created xsi:type="dcterms:W3CDTF">2026-04-16T17:14:06Z</dcterms:created>
  <dcterms:modified xsi:type="dcterms:W3CDTF">2026-04-16T17:14:06Z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