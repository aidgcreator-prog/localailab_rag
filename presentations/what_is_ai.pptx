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is AI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AI stands for Artificial Intelligence</a:t>
            </a:r>
          </a:p>
          <a:p>
            <a:pPr lvl="0"/>
            <a:r>
              <a:rPr/>
              <a:t>A branch of computer science focused on creating intelligent machines</a:t>
            </a:r>
          </a:p>
          <a:p>
            <a:pPr lvl="0"/>
            <a:r>
              <a:rPr/>
              <a:t>Simulates human cognitive processes like learning and reasoning</a:t>
            </a:r>
          </a:p>
          <a:p>
            <a:pPr lvl="0"/>
            <a:r>
              <a:rPr/>
              <a:t>Transforming industries worldwide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as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Artificial Intelligence refers to machines designed to think and learn</a:t>
            </a:r>
          </a:p>
          <a:p>
            <a:pPr lvl="0"/>
            <a:r>
              <a:rPr/>
              <a:t>Enables computers to perform tasks requiring human intelligence</a:t>
            </a:r>
          </a:p>
          <a:p>
            <a:pPr lvl="0"/>
            <a:r>
              <a:rPr/>
              <a:t>Includes machine learning, natural language processing, and computer vision</a:t>
            </a:r>
          </a:p>
          <a:p>
            <a:pPr lvl="0"/>
            <a:r>
              <a:rPr/>
              <a:t>Powered by data, algorithms, and computational power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AI</dc:title>
  <dc:creator/>
  <cp:keywords/>
  <dcterms:created xsi:type="dcterms:W3CDTF">2026-04-25T02:20:47Z</dcterms:created>
  <dcterms:modified xsi:type="dcterms:W3CDTF">2026-04-25T02:20:47Z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