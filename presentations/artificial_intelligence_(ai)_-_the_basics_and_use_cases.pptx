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2" Type="http://schemas.openxmlformats.org/officeDocument/2006/relationships/viewProps" Target="viewProps.xml" /><Relationship Id="rId1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4" Type="http://schemas.openxmlformats.org/officeDocument/2006/relationships/tableStyles" Target="tableStyles.xml" /><Relationship Id="rId1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Artificial Intelligence (AI) - The Basics and Use Cases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Module 1: Artificial Intelligence (AI) - The Basics and Use Cases (AIM Training)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Understand AI Fundamentals</a:t>
            </a:r>
          </a:p>
          <a:p>
            <a:pPr lvl="0"/>
            <a:r>
              <a:rPr/>
              <a:t>Distinguish AI Types</a:t>
            </a:r>
          </a:p>
          <a:p>
            <a:pPr lvl="0"/>
            <a:r>
              <a:rPr/>
              <a:t>Articulate Business Value</a:t>
            </a:r>
          </a:p>
          <a:p>
            <a:pPr lvl="0"/>
            <a:r>
              <a:rPr/>
              <a:t>Identify Functional Use Cases</a:t>
            </a:r>
          </a:p>
          <a:p>
            <a:pPr lvl="0"/>
            <a:r>
              <a:rPr/>
              <a:t>Evaluate Business Opportunities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Understanding AI Fundamentals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Definition: Simulating human intelligence in machines.</a:t>
            </a:r>
          </a:p>
          <a:p>
            <a:pPr lvl="0"/>
            <a:r>
              <a:rPr/>
              <a:t>Practical Example: An automated email sorter that categorizes incoming customer inquiries.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Distinguishing AI 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Machine Learning (ML): Product recommendations on e-commerce sites.</a:t>
            </a:r>
          </a:p>
          <a:p>
            <a:pPr lvl="0"/>
            <a:r>
              <a:rPr/>
              <a:t>Deep Learning (HTML): Advanced facial recognition.</a:t>
            </a:r>
          </a:p>
          <a:p>
            <a:pPr lvl="0"/>
            <a:r>
              <a:rPr/>
              <a:t>Natural Language Processing (NLP): Chatbots/Virtual Assistants (Siri/Alexa).</a:t>
            </a:r>
          </a:p>
          <a:p>
            <a:pPr lvl="0"/>
            <a:r>
              <a:rPr/>
              <a:t>Computer Vision (CV): Automated quality inspection in manufacturing.</a:t>
            </a:r>
          </a:p>
          <a:p>
            <a:pPr lvl="0"/>
            <a:r>
              <a:rPr/>
              <a:t>Generative AI (GenAI): Creating marketing copy or images using tools like ChatGPT or Midjourney.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Articulating 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Increasing Efficiency: Automation of repetitive tasks.</a:t>
            </a:r>
          </a:p>
          <a:p>
            <a:pPr lvl="0"/>
            <a:r>
              <a:rPr/>
              <a:t>Improving Decision-Making: Data-driven insights.</a:t>
            </a:r>
          </a:p>
          <a:p>
            <a:pPr lvl="0"/>
            <a:r>
              <a:rPr/>
              <a:t>Enhancing Customer Experience: 24/7 support.</a:t>
            </a:r>
          </a:p>
          <a:p>
            <a:pPr lvl="0"/>
            <a:r>
              <a:rPr/>
              <a:t>Cost Reduction: Optimizing resources.</a:t>
            </a:r>
          </a:p>
          <a:p>
            <a:pPr lvl="0"/>
            <a:r>
              <a:rPr/>
              <a:t>Competitive Advantage: Staying ahead of market trends.</a:t>
            </a:r>
          </a:p>
          <a:p>
            <a:pPr lvl="0"/>
            <a:r>
              <a:rPr/>
              <a:t>Practical Example: Using predictive analytics to manage inventory levels, reducing waste and costs.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Identifying Functional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Customer Service: Chatbots for FAQ handling.</a:t>
            </a:r>
          </a:p>
          <a:p>
            <a:pPr lvl="0"/>
            <a:r>
              <a:rPr/>
              <a:t>Marketing: Personalized email campaigns and targeted ads.</a:t>
            </a:r>
          </a:p>
          <a:p>
            <a:pPr lvl="0"/>
            <a:r>
              <a:rPr/>
              <a:t>Operations: Predictive maintenance for machinery.</a:t>
            </a:r>
          </a:p>
          <a:p>
            <a:pPr lvl="0"/>
            <a:r>
              <a:rPr/>
              <a:t>Finance: Fraud detection and automated invoicing.</a:t>
            </a:r>
          </a:p>
          <a:p>
            <a:pPr lvl="0"/>
            <a:r>
              <a:rPr/>
              <a:t>Practical Example: A retail business using AI to send personalized discount codes to customers based on past purchases.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Evaluating Business 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Process for Assessment:</a:t>
            </a:r>
          </a:p>
          <a:p>
            <a:pPr lvl="0" indent="-342900" marL="342900">
              <a:buAutoNum type="arabicPeriod"/>
            </a:pPr>
            <a:r>
              <a:rPr/>
              <a:t>Identify pain points.</a:t>
            </a:r>
          </a:p>
          <a:p>
            <a:pPr lvl="0" indent="-342900" marL="342900">
              <a:buAutoNum startAt="2" type="arabicPeriod"/>
            </a:pPr>
            <a:r>
              <a:rPr/>
              <a:t>Evaluate data availability.</a:t>
            </a:r>
          </a:p>
          <a:p>
            <a:pPr lvl="0" indent="-342900" marL="342900">
              <a:buAutoNum startAt="3" type="arabicPeriod"/>
            </a:pPr>
            <a:r>
              <a:rPr/>
              <a:t>Pilot small.</a:t>
            </a:r>
          </a:p>
          <a:p>
            <a:pPr lvl="0"/>
            <a:r>
              <a:rPr/>
              <a:t>Practical Example: A small bakery using a simple AI tool to predict daily demand based on weather and local events.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Recap of Learning Objectives:</a:t>
            </a:r>
          </a:p>
          <a:p>
            <a:pPr lvl="0"/>
            <a:r>
              <a:rPr/>
              <a:t>Understand AI Fundamentals</a:t>
            </a:r>
          </a:p>
          <a:p>
            <a:pPr lvl="0"/>
            <a:r>
              <a:rPr/>
              <a:t>Distinguish AI Types</a:t>
            </a:r>
          </a:p>
          <a:p>
            <a:pPr lvl="0"/>
            <a:r>
              <a:rPr/>
              <a:t>Articulate Business Value</a:t>
            </a:r>
          </a:p>
          <a:p>
            <a:pPr lvl="0"/>
            <a:r>
              <a:rPr/>
              <a:t>Identify Functional Use Cases</a:t>
            </a:r>
          </a:p>
          <a:p>
            <a:pPr lvl="0"/>
            <a:r>
              <a:rPr/>
              <a:t>Evaluate Business Opportunities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Intelligence (AI) - The Basics and Use Cases</dc:title>
  <dc:creator/>
  <cp:keywords/>
  <dcterms:created xsi:type="dcterms:W3CDTF">2026-04-21T03:28:12Z</dcterms:created>
  <dcterms:modified xsi:type="dcterms:W3CDTF">2026-04-21T03:28:12Z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