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Deep Agents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 to Deep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Deep Agents represent an evolution from reactive AI to proactive reasoning systems.</a:t>
            </a:r>
          </a:p>
          <a:p>
            <a:pPr lvl="0"/>
            <a:r>
              <a:rPr/>
              <a:t>Unlike traditional agents that respond to individual prompts, Deep Agents build complex mental models and reason over extended periods.</a:t>
            </a:r>
          </a:p>
          <a:p>
            <a:pPr lvl="0"/>
            <a:r>
              <a:rPr/>
              <a:t>Key Differentiators:</a:t>
            </a:r>
          </a:p>
          <a:p>
            <a:pPr lvl="0"/>
            <a:r>
              <a:rPr/>
              <a:t>Reactive vs. Proactive: Traditional agents react to inputs; Deep Agents proactively plan and work toward long-term objectives.</a:t>
            </a:r>
          </a:p>
          <a:p>
            <a:pPr lvl="0"/>
            <a:r>
              <a:rPr/>
              <a:t>Task Scope: Deep Agents excel at multi-step, interdependent workflows (e.g., auditing legal contract suites).</a:t>
            </a:r>
          </a:p>
          <a:p>
            <a:pPr lvl="0"/>
            <a:r>
              <a:rPr/>
              <a:t>Reasoning Depth: Uses ‘context engineering’ to maintain focus through multiple reasoning cycles.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Architecture: The Four Pillars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architecture of a Deep Agent is built on four fundamental components:</a:t>
            </a:r>
          </a:p>
          <a:p>
            <a:pPr lvl="0" indent="-342900" marL="342900">
              <a:buAutoNum type="arabicPeriod"/>
            </a:pPr>
            <a:r>
              <a:rPr/>
              <a:t>Detailed System Prompts (Domain Expertise): Acts as ‘scaffolding’ to encode methodologies and decision-making frameworks.</a:t>
            </a:r>
          </a:p>
          <a:p>
            <a:pPr lvl="0" indent="-342900" marL="342900">
              <a:buAutoNum startAt="2" type="arabicPeriod"/>
            </a:pPr>
            <a:r>
              <a:rPr/>
              <a:t>Planning Tools (Structured Problem-Solving): Uses tools like ‘Todo Lists’ for context engineering and tracking progress.</a:t>
            </a:r>
          </a:p>
          <a:p>
            <a:pPr lvl="0" indent="-342900" marL="342900">
              <a:buAutoNum startAt="3" type="arabicPeriod"/>
            </a:pPr>
            <a:r>
              <a:rPr/>
              <a:t>Subagents (Distributed Processing): Spawns specialized subagents for specific subtasks, providing expertise and context isolation.</a:t>
            </a:r>
          </a:p>
          <a:p>
            <a:pPr lvl="0" indent="-342900" marL="342900">
              <a:buAutoNum startAt="4" type="arabicPeriod"/>
            </a:pPr>
            <a:r>
              <a:rPr/>
              <a:t>File System Access (Persistent Memory): Provides a virtual workspace to store context, modify files, and enable persistent memory.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Cases &amp;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Ideal Use Cases:</a:t>
            </a:r>
          </a:p>
          <a:p>
            <a:pPr lvl="0"/>
            <a:r>
              <a:rPr/>
              <a:t>Deep Document Understanding: Processing complex legal or medical records.</a:t>
            </a:r>
          </a:p>
          <a:p>
            <a:pPr lvl="0"/>
            <a:r>
              <a:rPr/>
              <a:t>Systematic Research: Large-scale information gathering and synthesis.</a:t>
            </a:r>
          </a:p>
          <a:p>
            <a:pPr lvl="0"/>
            <a:r>
              <a:rPr/>
              <a:t>Long-Running Projects: Workflows requiring state management and persistent memory.</a:t>
            </a:r>
          </a:p>
          <a:p>
            <a:pPr lvl="0"/>
            <a:r>
              <a:rPr/>
              <a:t>Trade-offs:</a:t>
            </a:r>
          </a:p>
          <a:p>
            <a:pPr lvl="0"/>
            <a:r>
              <a:rPr/>
              <a:t>Cost: Significantly more expensive (typically 10-15x more resources).</a:t>
            </a:r>
          </a:p>
          <a:p>
            <a:pPr lvl="0"/>
            <a:r>
              <a:rPr/>
              <a:t>Latency: Higher latency due to planning and coordination overhead.</a:t>
            </a:r>
          </a:p>
          <a:p>
            <a:pPr lvl="0"/>
            <a:r>
              <a:rPr/>
              <a:t>Complexity: Requires higher investment in prompt engineering and infrastructure.</a:t>
            </a:r>
          </a:p>
          <a:p>
            <a:pPr lvl="0"/>
            <a:r>
              <a:rPr/>
              <a:t>References:</a:t>
            </a:r>
          </a:p>
          <a:p>
            <a:pPr lvl="0"/>
            <a:r>
              <a:rPr/>
              <a:t>Nutrient Blog: Langchain Deep Agents Comprehensive Developers Guide.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Agents Overview</dc:title>
  <dc:creator/>
  <cp:keywords/>
  <dcterms:created xsi:type="dcterms:W3CDTF">2026-04-17T04:27:46Z</dcterms:created>
  <dcterms:modified xsi:type="dcterms:W3CDTF">2026-04-17T04:27:46Z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