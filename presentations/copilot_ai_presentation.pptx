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3" Type="http://schemas.openxmlformats.org/officeDocument/2006/relationships/viewProps" Target="viewProps.xml" /><Relationship Id="rId12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5" Type="http://schemas.openxmlformats.org/officeDocument/2006/relationships/tableStyles" Target="tableStyles.xml" /><Relationship Id="rId14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Copilot AI 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br/>
            <a:br/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Copilot AI: AI‑Powered LinkedIn Outbound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• AI‑powered LinkedIn outbound platform</a:t>
            </a:r>
          </a:p>
          <a:p>
            <a:pPr lvl="0"/>
            <a:r>
              <a:rPr/>
              <a:t>• Three self‑trained agents: Strategy, Targeting, Reply</a:t>
            </a:r>
          </a:p>
          <a:p>
            <a:pPr lvl="0"/>
            <a:r>
              <a:rPr/>
              <a:t>• Scales outbound sales without adding headcount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• Manual SDR work is time‑consuming</a:t>
            </a:r>
          </a:p>
          <a:p>
            <a:pPr lvl="0"/>
            <a:r>
              <a:rPr/>
              <a:t>• Low scalability and high customer acquisition cost</a:t>
            </a:r>
          </a:p>
          <a:p>
            <a:pPr lvl="0"/>
            <a:r>
              <a:rPr/>
              <a:t>• Repetitive tasks drain resources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Copilot AI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• End‑to‑end automation: Strategy → Targeting → Reply</a:t>
            </a:r>
          </a:p>
          <a:p>
            <a:pPr lvl="0"/>
            <a:r>
              <a:rPr/>
              <a:t>• AI agents learn from each other and from your data</a:t>
            </a:r>
          </a:p>
          <a:p>
            <a:pPr lvl="0"/>
            <a:r>
              <a:rPr/>
              <a:t>• Launch campaigns in minutes, pipeline starts in days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How It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1️⃣ Strategy Agent: builds outbound plan</a:t>
            </a:r>
          </a:p>
          <a:p>
            <a:pPr lvl="0"/>
            <a:r>
              <a:rPr/>
              <a:t>2️⃣ Targeting Agent: creates audience segments &amp; writes outreach</a:t>
            </a:r>
          </a:p>
          <a:p>
            <a:pPr lvl="0"/>
            <a:r>
              <a:rPr/>
              <a:t>3️⃣ Reply Agent: manages conversations, handles objections, books meetings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Key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• 2.1 M LinkedIn connections added</a:t>
            </a:r>
          </a:p>
          <a:p>
            <a:pPr lvl="0"/>
            <a:r>
              <a:rPr/>
              <a:t>• 35 % high‑intent conversations</a:t>
            </a:r>
          </a:p>
          <a:p>
            <a:pPr lvl="0"/>
            <a:r>
              <a:rPr/>
              <a:t>• 65 K+ high‑value meetings booked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Use Cases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• B2B Sales</a:t>
            </a:r>
          </a:p>
          <a:p>
            <a:pPr lvl="0"/>
            <a:r>
              <a:rPr/>
              <a:t>• Business Services</a:t>
            </a:r>
          </a:p>
          <a:p>
            <a:pPr lvl="0"/>
            <a:r>
              <a:rPr/>
              <a:t>• Financial Advisors</a:t>
            </a:r>
          </a:p>
          <a:p>
            <a:pPr lvl="0"/>
            <a:r>
              <a:rPr/>
              <a:t>• B2B Agencies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Customer Success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"5 new households ≈ $3.3 M in assets" – Sheena Schreiner</a:t>
            </a:r>
          </a:p>
          <a:p>
            <a:pPr lvl="0"/>
            <a:r>
              <a:rPr/>
              <a:t>"200 introductions → 70 meetings" – Aaron Curry</a:t>
            </a:r>
          </a:p>
          <a:p>
            <a:pPr lvl="0"/>
            <a:r>
              <a:rPr/>
              <a:t>"70 % of revenue from Copilot AI" – Chantil Ellenburg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Pricing &amp; Trial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• Free trial available</a:t>
            </a:r>
          </a:p>
          <a:p>
            <a:pPr lvl="0"/>
            <a:r>
              <a:rPr/>
              <a:t>• Pricing tiers on website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• Sign up for free trial</a:t>
            </a:r>
          </a:p>
          <a:p>
            <a:pPr lvl="0"/>
            <a:r>
              <a:rPr/>
              <a:t>• Schedule a demo</a:t>
            </a:r>
          </a:p>
          <a:p>
            <a:pPr lvl="0"/>
            <a:r>
              <a:rPr/>
              <a:t>• Integrate with LinkedIn Sales Navigator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Copilot AI Presentation</dc:title>
  <dc:creator/>
  <cp:keywords/>
  <dcterms:created xsi:type="dcterms:W3CDTF">2026-04-17T11:14:34Z</dcterms:created>
  <dcterms:modified xsi:type="dcterms:W3CDTF">2026-04-17T11:14:34Z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biblio-config">
    <vt:lpwstr>True</vt:lpwstr>
  </property>
  <property fmtid="{D5CDD505-2E9C-101B-9397-08002B2CF9AE}" pid="3" name="header-includes">
    <vt:lpwstr/>
  </property>
  <property fmtid="{D5CDD505-2E9C-101B-9397-08002B2CF9AE}" pid="4" name="include-after">
    <vt:lpwstr/>
  </property>
  <property fmtid="{D5CDD505-2E9C-101B-9397-08002B2CF9AE}" pid="5" name="include-before">
    <vt:lpwstr/>
  </property>
  <property fmtid="{D5CDD505-2E9C-101B-9397-08002B2CF9AE}" pid="6" name="labels">
    <vt:lpwstr/>
  </property>
  <property fmtid="{D5CDD505-2E9C-101B-9397-08002B2CF9AE}" pid="7" name="toc-title">
    <vt:lpwstr>Table of contents</vt:lpwstr>
  </property>
</Properties>
</file>