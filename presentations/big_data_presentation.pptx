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Big_Data_Presentation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Big Data: Innovations, Applications,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impact of Big Data on science and society</a:t>
            </a:r>
          </a:p>
          <a:p>
            <a:pPr lvl="0"/>
            <a:r>
              <a:rPr/>
              <a:t>Integration with IoT and Cloud Computing</a:t>
            </a:r>
          </a:p>
          <a:p>
            <a:pPr lvl="0"/>
            <a:r>
              <a:rPr/>
              <a:t>Navigating privacy and vulnerability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Data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Creating revolutionary breakthroughs in commerce, science, and society [R7]</a:t>
            </a:r>
          </a:p>
          <a:p>
            <a:pPr lvl="0"/>
            <a:r>
              <a:rPr/>
              <a:t>Foundational to the future internet [R5]</a:t>
            </a:r>
          </a:p>
          <a:p>
            <a:pPr lvl="0"/>
            <a:r>
              <a:rPr/>
              <a:t>Driving advancements in data-aware computing [R5]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Big Data and the Internet of Things (IoT)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Synergy between IoT and Big Data computing [R5]</a:t>
            </a:r>
          </a:p>
          <a:p>
            <a:pPr lvl="0"/>
            <a:r>
              <a:rPr/>
              <a:t>Enabling technologies: Cloud computing and Data mining [R5]</a:t>
            </a:r>
          </a:p>
          <a:p>
            <a:pPr lvl="0"/>
            <a:r>
              <a:rPr/>
              <a:t>Integration with Machine Learning and NLP [R5, R6]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Enabling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Cloud Computing [R5]</a:t>
            </a:r>
          </a:p>
          <a:p>
            <a:pPr lvl="0"/>
            <a:r>
              <a:rPr/>
              <a:t>Data Mining [R5]</a:t>
            </a:r>
          </a:p>
          <a:p>
            <a:pPr lvl="0"/>
            <a:r>
              <a:rPr/>
              <a:t>Machine Learning [R6]</a:t>
            </a:r>
          </a:p>
          <a:p>
            <a:pPr lvl="0"/>
            <a:r>
              <a:rPr/>
              <a:t>Natural Language Processing (NLP) [R5]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Impactful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Genomic Data: Novel data-aware transfer protocols [R5]</a:t>
            </a:r>
          </a:p>
          <a:p>
            <a:pPr lvl="0"/>
            <a:r>
              <a:rPr/>
              <a:t>Crisis Management: Mobile applications for crisis data [R2]</a:t>
            </a:r>
          </a:p>
          <a:p>
            <a:pPr lvl="0"/>
            <a:r>
              <a:rPr/>
              <a:t>Smart Technology: Creating inclusive urban environments [R1]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Privacy, Poverty, and Big Data: A matrix of vulnerabilities [R3]</a:t>
            </a:r>
          </a:p>
          <a:p>
            <a:pPr lvl="0"/>
            <a:r>
              <a:rPr/>
              <a:t>Security in wireless and IoT networks [R6]</a:t>
            </a:r>
          </a:p>
          <a:p>
            <a:pPr lvl="0"/>
            <a:r>
              <a:rPr/>
              <a:t>Managing data explosion and mobile data usage [R7]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Big Data as a pillar of modern computing</a:t>
            </a:r>
          </a:p>
          <a:p>
            <a:pPr lvl="0"/>
            <a:r>
              <a:rPr/>
              <a:t>The need for secure and privacy-preserving architectures</a:t>
            </a:r>
          </a:p>
          <a:p>
            <a:pPr lvl="0"/>
            <a:r>
              <a:rPr/>
              <a:t>Future directions in automated and intelligent systems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[R1] The Use of the Smart Technology for Creating an Inclusive Ur.</a:t>
            </a:r>
          </a:p>
          <a:p>
            <a:pPr lvl="0"/>
            <a:r>
              <a:rPr/>
              <a:t>[R2] Mobile Application Development for Crisis Data.</a:t>
            </a:r>
          </a:p>
          <a:p>
            <a:pPr lvl="0"/>
            <a:r>
              <a:rPr/>
              <a:t>[R3] Privacy, Poverty and Big Data: A Matrix of Vulnerabilities.</a:t>
            </a:r>
          </a:p>
          <a:p>
            <a:pPr lvl="0"/>
            <a:r>
              <a:rPr/>
              <a:t>[R5] Internet of Things: A Survey on Enabling Technologies, Protocols, and Applications.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Big_Data_Presentation</dc:title>
  <dc:creator/>
  <cp:keywords/>
  <dcterms:created xsi:type="dcterms:W3CDTF">2026-04-19T06:38:12Z</dcterms:created>
  <dcterms:modified xsi:type="dcterms:W3CDTF">2026-04-19T06:38:12Z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