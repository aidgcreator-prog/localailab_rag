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AI Trends in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Exploring the Latest Developments</a:t>
            </a:r>
          </a:p>
          <a:p>
            <a:pPr>
              <a:defRPr sz="3200"/>
            </a:pPr>
            <a:r>
              <a:t>Machine Learning to Agent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Supervised and unsupervised learning</a:t>
            </a:r>
          </a:p>
          <a:p>
            <a:pPr>
              <a:defRPr sz="3200"/>
            </a:pPr>
            <a:r>
              <a:t>Deep learning breakthroughs</a:t>
            </a:r>
          </a:p>
          <a:p>
            <a:pPr>
              <a:defRPr sz="3200"/>
            </a:pPr>
            <a:r>
              <a:t>Transfer learning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Transformers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Attention mechanisms</a:t>
            </a:r>
          </a:p>
          <a:p>
            <a:pPr>
              <a:defRPr sz="3200"/>
            </a:pPr>
            <a:r>
              <a:t>Self-supervised learning</a:t>
            </a:r>
          </a:p>
          <a:p>
            <a:pPr>
              <a:defRPr sz="3200"/>
            </a:pPr>
            <a:r>
              <a:t>Foundation models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Text generation models</a:t>
            </a:r>
          </a:p>
          <a:p>
            <a:pPr>
              <a:defRPr sz="3200"/>
            </a:pPr>
            <a:r>
              <a:t>Image synthesis and creation</a:t>
            </a:r>
          </a:p>
          <a:p>
            <a:pPr>
              <a:defRPr sz="3200"/>
            </a:pPr>
            <a:r>
              <a:t>Multimodal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Large Language Models (LLMs)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GPT and similar architectures</a:t>
            </a:r>
          </a:p>
          <a:p>
            <a:pPr>
              <a:defRPr sz="3200"/>
            </a:pPr>
            <a:r>
              <a:t>Few-shot learning capabilities</a:t>
            </a:r>
          </a:p>
          <a:p>
            <a:pPr>
              <a:defRPr sz="3200"/>
            </a:pPr>
            <a:r>
              <a:t>Prompt engineering techniques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Multimodal AI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Vision and language integration</a:t>
            </a:r>
          </a:p>
          <a:p>
            <a:pPr>
              <a:defRPr sz="3200"/>
            </a:pPr>
            <a:r>
              <a:t>Audio-visual processing</a:t>
            </a:r>
          </a:p>
          <a:p>
            <a:pPr>
              <a:defRPr sz="3200"/>
            </a:pPr>
            <a:r>
              <a:t>Cross-modal understanding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AI Agent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Agent orchestration patterns</a:t>
            </a:r>
          </a:p>
          <a:p>
            <a:pPr>
              <a:defRPr sz="3200"/>
            </a:pPr>
            <a:r>
              <a:t>Tool integration and planning</a:t>
            </a:r>
          </a:p>
          <a:p>
            <a:pPr>
              <a:defRPr sz="3200"/>
            </a:pPr>
            <a:r>
              <a:t>Multi-agent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Safety and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Alignment and safety research</a:t>
            </a:r>
          </a:p>
          <a:p>
            <a:pPr>
              <a:defRPr sz="3200"/>
            </a:pPr>
            <a:r>
              <a:t>Bias detection and mitigation</a:t>
            </a:r>
          </a:p>
          <a:p>
            <a:pPr>
              <a:defRPr sz="3200"/>
            </a:pPr>
            <a:r>
              <a:t>Responsible AI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Emerging applications</a:t>
            </a:r>
          </a:p>
          <a:p>
            <a:pPr>
              <a:defRPr sz="3200"/>
            </a:pPr>
            <a:r>
              <a:t>Scalability challenges</a:t>
            </a:r>
          </a:p>
          <a:p>
            <a:pPr>
              <a:defRPr sz="3200"/>
            </a:pPr>
            <a:r>
              <a:t>Regulatory landscape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5400" b="1"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3200"/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