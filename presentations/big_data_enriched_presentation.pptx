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Big_Data_Enriched_Presentation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Big Data: Innovations, Applications, and Vulnerabilities</a:t>
            </a:r>
          </a:p>
          <a:p>
            <a:pPr lvl="0"/>
            <a:r>
              <a:rPr/>
              <a:t>An exploration of technological breakthroughs, real-world applications, and ethical challenges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Big Data Revolution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Big Data Revolution: Transforming Commerce, Science, and Society</a:t>
            </a:r>
          </a:p>
          <a:p>
            <a:pPr lvl="0"/>
            <a:r>
              <a:rPr/>
              <a:t>Breakthroughs in data processing and analysis capabilities</a:t>
            </a:r>
          </a:p>
          <a:p>
            <a:pPr lvl="0"/>
            <a:r>
              <a:rPr/>
              <a:t>Driving innovation across global industries</a:t>
            </a:r>
          </a:p>
          <a:p>
            <a:pPr lvl="0"/>
            <a:r>
              <a:rPr/>
              <a:t>Enabling new paradigms in scientific research and social understanding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Enabling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Key Enabling Technologies</a:t>
            </a:r>
          </a:p>
          <a:p>
            <a:pPr lvl="0"/>
            <a:r>
              <a:rPr/>
              <a:t>Machine Learning: Advanced algorithms and real-world research directions [R4]</a:t>
            </a:r>
          </a:p>
          <a:p>
            <a:pPr lvl="0"/>
            <a:r>
              <a:rPr/>
              <a:t>Semantic Frameworks: REDbox for structured data collection and management [R6]</a:t>
            </a:r>
          </a:p>
          <a:p>
            <a:pPr lvl="0"/>
            <a:r>
              <a:rPr/>
              <a:t>Data Collection Ecosystems: KoBoToolbox, ODK, and Pendragon Forms [R5, R7, R8]</a:t>
            </a:r>
          </a:p>
          <a:p>
            <a:pPr lvl="0"/>
            <a:r>
              <a:rPr/>
              <a:t>Integration of mobile applications for efficient data gathering [R7]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Impactful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Impactful Applications of Big Data</a:t>
            </a:r>
          </a:p>
          <a:p>
            <a:pPr lvl="0"/>
            <a:r>
              <a:rPr/>
              <a:t>Smart Urban Environments: Using technology for inclusive urban development [R1]</a:t>
            </a:r>
          </a:p>
          <a:p>
            <a:pPr lvl="0"/>
            <a:r>
              <a:rPr/>
              <a:t>Crisis Management: Mobile application development for rapid crisis data collection [R2]</a:t>
            </a:r>
          </a:p>
          <a:p>
            <a:pPr lvl="0"/>
            <a:r>
              <a:rPr/>
              <a:t>Public Health: Utilizing mobile tools for vaccination awareness and opinion polls [R8]</a:t>
            </a:r>
          </a:p>
          <a:p>
            <a:pPr lvl="0"/>
            <a:r>
              <a:rPr/>
              <a:t>Advancing clinical research through automated data management [R6]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Challenges and Ethical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Challenges and Ethical Considerations</a:t>
            </a:r>
          </a:p>
          <a:p>
            <a:pPr lvl="0"/>
            <a:r>
              <a:rPr/>
              <a:t>The Matrix of Vulnerabilities: The intersection of Privacy, Poverty, and Big Data [R3]</a:t>
            </a:r>
          </a:p>
          <a:p>
            <a:pPr lvl="0"/>
            <a:r>
              <a:rPr/>
              <a:t>Privacy risks in large-scale data harvesting</a:t>
            </a:r>
          </a:p>
          <a:p>
            <a:pPr lvl="0"/>
            <a:r>
              <a:rPr/>
              <a:t>Security vulnerabilities in data-driven infrastructures</a:t>
            </a:r>
          </a:p>
          <a:p>
            <a:pPr lvl="0"/>
            <a:r>
              <a:rPr/>
              <a:t>Ensuring equitable access and preventing digital divides in vulnerable populations [R3]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Conclusion</a:t>
            </a:r>
          </a:p>
          <a:p>
            <a:pPr lvl="0"/>
            <a:r>
              <a:rPr/>
              <a:t>Big Data serves as a cornerstone for modern technological and social progress</a:t>
            </a:r>
          </a:p>
          <a:p>
            <a:pPr lvl="0"/>
            <a:r>
              <a:rPr/>
              <a:t>The synergy between IoT, Machine Learning, and mobile tools is driving unprecedented innovation</a:t>
            </a:r>
          </a:p>
          <a:p>
            <a:pPr lvl="0"/>
            <a:r>
              <a:rPr/>
              <a:t>Addressing ethical vulnerabilities is critical for a sustainable data-driven future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References</a:t>
            </a:r>
          </a:p>
          <a:p>
            <a:pPr lvl="0"/>
            <a:r>
              <a:rPr/>
              <a:t>[R1] The Use of the Smart Technology for Creating an Inclusive Ur. (n.d.)</a:t>
            </a:r>
          </a:p>
          <a:p>
            <a:pPr lvl="0"/>
            <a:r>
              <a:rPr/>
              <a:t>[R2] Mobile Application Development for Crisis Data. (n.d.)</a:t>
            </a:r>
          </a:p>
          <a:p>
            <a:pPr lvl="0"/>
            <a:r>
              <a:rPr/>
              <a:t>[R3] Privacy, Poverty and Big Data: A Matrix of Vulnerabilities. (n.d.)</a:t>
            </a:r>
          </a:p>
          <a:p>
            <a:pPr lvl="0"/>
            <a:r>
              <a:rPr/>
              <a:t>[R4] Machine Learning: Algorithms, Real-World Applications and Research Directions. (n.d.)</a:t>
            </a:r>
          </a:p>
          <a:p>
            <a:pPr lvl="0"/>
            <a:r>
              <a:rPr/>
              <a:t>[R6] REDbox: a comprehensive semantic framework for data collection. (2023)</a:t>
            </a:r>
          </a:p>
          <a:p>
            <a:pPr lvl="0"/>
            <a:r>
              <a:rPr/>
              <a:t>[R8] A Practical Analysis of Mobile Data Collection Apps. (2020)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Big_Data_Enriched_Presentation</dc:title>
  <dc:creator/>
  <cp:keywords/>
  <dcterms:created xsi:type="dcterms:W3CDTF">2026-04-19T06:42:17Z</dcterms:created>
  <dcterms:modified xsi:type="dcterms:W3CDTF">2026-04-19T06:42:17Z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