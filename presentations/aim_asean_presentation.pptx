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AIM ASEAN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 ASEAN – AI for MSME Advancement in ASEAN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Empowering 100,000 MSMEs across Southeast Asia with AI skills and tools.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2‑year regional initiative</a:t>
            </a:r>
          </a:p>
          <a:p>
            <a:pPr lvl="0"/>
            <a:r>
              <a:rPr/>
              <a:t>• Hybrid delivery: online + in‑person workshops</a:t>
            </a:r>
          </a:p>
          <a:p>
            <a:pPr lvl="0"/>
            <a:r>
              <a:rPr/>
              <a:t>• 4 modules covering AI basics, adoption journey, responsible use, deployment framework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Partners &amp;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ASEAN Foundation (lead)</a:t>
            </a:r>
          </a:p>
          <a:p>
            <a:pPr lvl="0"/>
            <a:r>
              <a:rPr/>
              <a:t>• AVPN, Google.org, Asian Development Bank (ADB)</a:t>
            </a:r>
          </a:p>
          <a:p>
            <a:pPr lvl="0"/>
            <a:r>
              <a:rPr/>
              <a:t>• Project Asia Data (Singapore edition)</a:t>
            </a:r>
          </a:p>
          <a:p>
            <a:pPr lvl="0"/>
            <a:r>
              <a:rPr/>
              <a:t>• Fully sponsored – free participation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100,000 MSMEs targeted</a:t>
            </a:r>
          </a:p>
          <a:p>
            <a:pPr lvl="0"/>
            <a:r>
              <a:rPr/>
              <a:t>• 720,000 workers impacted via AI Opportunity Fund Asia‑Pacific 2.0</a:t>
            </a:r>
          </a:p>
          <a:p>
            <a:pPr lvl="0"/>
            <a:r>
              <a:rPr/>
              <a:t>• Certification of completion for participants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ASEAN Presentation</dc:title>
  <dc:creator/>
  <cp:keywords/>
  <dcterms:created xsi:type="dcterms:W3CDTF">2026-04-17T08:15:06Z</dcterms:created>
  <dcterms:modified xsi:type="dcterms:W3CDTF">2026-04-17T08:15:06Z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