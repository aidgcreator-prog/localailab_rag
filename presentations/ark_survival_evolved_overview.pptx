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Ark Survival Evolved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Ark: Survival Evolved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 Overview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Gameplay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Open‑world survival with dynamic ecosystems</a:t>
            </a:r>
          </a:p>
          <a:p>
            <a:pPr lvl="0"/>
            <a:r>
              <a:rPr/>
              <a:t>Tame and ride dinosaurs and other creatures</a:t>
            </a:r>
          </a:p>
          <a:p>
            <a:pPr lvl="0"/>
            <a:r>
              <a:rPr/>
              <a:t>Base building, resource gathering, and crafting</a:t>
            </a:r>
          </a:p>
          <a:p>
            <a:pPr lvl="0"/>
            <a:r>
              <a:rPr/>
              <a:t>Multiplayer co‑op and PvP modes</a:t>
            </a:r>
          </a:p>
          <a:p>
            <a:pPr lvl="0"/>
            <a:r>
              <a:rPr/>
              <a:t>Seasonal updates and expansions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Cultural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Influential in the survival genre</a:t>
            </a:r>
          </a:p>
          <a:p>
            <a:pPr lvl="0"/>
            <a:r>
              <a:rPr/>
              <a:t>Large online community and modding scene</a:t>
            </a:r>
          </a:p>
          <a:p>
            <a:pPr lvl="0"/>
            <a:r>
              <a:rPr/>
              <a:t>Esports and streaming popularity</a:t>
            </a:r>
          </a:p>
          <a:p>
            <a:pPr lvl="0"/>
            <a:r>
              <a:rPr/>
              <a:t>Cross‑platform releases broadened audience</a:t>
            </a:r>
          </a:p>
          <a:p>
            <a:pPr lvl="0"/>
            <a:r>
              <a:rPr/>
              <a:t>Legacy in gaming culture and media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Ark Survival Evolved Overview</dc:title>
  <dc:creator/>
  <cp:keywords/>
  <dcterms:created xsi:type="dcterms:W3CDTF">2026-04-17T00:41:02Z</dcterms:created>
  <dcterms:modified xsi:type="dcterms:W3CDTF">2026-04-17T00:41:02Z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